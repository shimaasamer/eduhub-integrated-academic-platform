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256" r:id="rId2"/>
    <p:sldId id="298" r:id="rId3"/>
    <p:sldId id="403" r:id="rId4"/>
    <p:sldId id="404" r:id="rId5"/>
    <p:sldId id="486" r:id="rId6"/>
    <p:sldId id="487" r:id="rId7"/>
    <p:sldId id="481" r:id="rId8"/>
    <p:sldId id="488" r:id="rId9"/>
    <p:sldId id="489" r:id="rId10"/>
    <p:sldId id="490" r:id="rId11"/>
    <p:sldId id="491" r:id="rId12"/>
    <p:sldId id="492" r:id="rId13"/>
    <p:sldId id="493" r:id="rId14"/>
    <p:sldId id="431" r:id="rId15"/>
    <p:sldId id="413" r:id="rId16"/>
    <p:sldId id="415" r:id="rId17"/>
    <p:sldId id="414" r:id="rId18"/>
    <p:sldId id="440" r:id="rId19"/>
    <p:sldId id="441" r:id="rId20"/>
    <p:sldId id="442" r:id="rId21"/>
    <p:sldId id="449" r:id="rId22"/>
    <p:sldId id="461" r:id="rId23"/>
    <p:sldId id="460" r:id="rId24"/>
    <p:sldId id="462" r:id="rId25"/>
    <p:sldId id="443" r:id="rId26"/>
    <p:sldId id="450" r:id="rId27"/>
    <p:sldId id="439" r:id="rId28"/>
    <p:sldId id="444" r:id="rId29"/>
    <p:sldId id="453" r:id="rId30"/>
    <p:sldId id="454" r:id="rId31"/>
    <p:sldId id="473" r:id="rId32"/>
    <p:sldId id="463" r:id="rId33"/>
    <p:sldId id="474" r:id="rId34"/>
    <p:sldId id="464" r:id="rId35"/>
    <p:sldId id="475" r:id="rId36"/>
    <p:sldId id="465" r:id="rId37"/>
    <p:sldId id="476" r:id="rId38"/>
    <p:sldId id="466" r:id="rId39"/>
    <p:sldId id="477" r:id="rId40"/>
    <p:sldId id="478" r:id="rId41"/>
    <p:sldId id="479" r:id="rId42"/>
    <p:sldId id="480" r:id="rId43"/>
    <p:sldId id="417" r:id="rId44"/>
    <p:sldId id="419" r:id="rId45"/>
    <p:sldId id="432" r:id="rId46"/>
    <p:sldId id="433" r:id="rId47"/>
    <p:sldId id="424" r:id="rId48"/>
    <p:sldId id="451" r:id="rId49"/>
    <p:sldId id="458" r:id="rId50"/>
    <p:sldId id="459" r:id="rId51"/>
    <p:sldId id="467" r:id="rId52"/>
    <p:sldId id="468" r:id="rId53"/>
    <p:sldId id="470" r:id="rId54"/>
    <p:sldId id="469" r:id="rId55"/>
    <p:sldId id="471" r:id="rId56"/>
    <p:sldId id="472" r:id="rId57"/>
    <p:sldId id="457" r:id="rId58"/>
    <p:sldId id="452" r:id="rId59"/>
    <p:sldId id="437" r:id="rId60"/>
  </p:sldIdLst>
  <p:sldSz cx="9144000" cy="5143500" type="screen16x9"/>
  <p:notesSz cx="6858000" cy="9144000"/>
  <p:embeddedFontLst>
    <p:embeddedFont>
      <p:font typeface="Anaheim" panose="020B0604020202020204" charset="0"/>
      <p:regular r:id="rId63"/>
    </p:embeddedFont>
    <p:embeddedFont>
      <p:font typeface="Andalus" panose="02020603050405020304" pitchFamily="18" charset="-78"/>
      <p:regular r:id="rId64"/>
    </p:embeddedFont>
    <p:embeddedFont>
      <p:font typeface="Arimo" panose="020B0604020202020204" charset="0"/>
      <p:regular r:id="rId65"/>
      <p:bold r:id="rId66"/>
      <p:italic r:id="rId67"/>
      <p:boldItalic r:id="rId68"/>
    </p:embeddedFont>
    <p:embeddedFont>
      <p:font typeface="Bebas Neue" panose="020B0606020202050201" pitchFamily="34" charset="0"/>
      <p:regular r:id="rId69"/>
    </p:embeddedFont>
    <p:embeddedFont>
      <p:font typeface="Comic Sans MS" panose="030F0702030302020204" pitchFamily="66" charset="0"/>
      <p:regular r:id="rId70"/>
      <p:bold r:id="rId71"/>
      <p:italic r:id="rId72"/>
      <p:boldItalic r:id="rId73"/>
    </p:embeddedFont>
    <p:embeddedFont>
      <p:font typeface="Gabriola" panose="04040605051002020D02" pitchFamily="82" charset="0"/>
      <p:regular r:id="rId74"/>
    </p:embeddedFont>
    <p:embeddedFont>
      <p:font typeface="Poppins ExtraBold" panose="00000900000000000000" pitchFamily="2" charset="0"/>
      <p:bold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6" roundtripDataSignature="AMtx7mjklaCVvtpHUWSNd0ixSQ+jquZ75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11F541-A4B2-ED5A-A1BB-492D0D4F4E6A}" name="Carmen Ocaña Ordóñez" initials="COO" userId="S::cocana@freepikco.onmicrosoft.com::8797eea9-71d2-4559-9885-17450e4007ad" providerId="AD"/>
  <p188:author id="{07DF5676-9B57-8A99-AB6D-A504E5026BD2}" name="cportales@INTRANET.FREEPIKCOMPANY.COM" initials="c" userId="S-1-5-21-179105700-2695781124-4246538168-24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43C"/>
    <a:srgbClr val="4C6A78"/>
    <a:srgbClr val="E0B4A4"/>
    <a:srgbClr val="A7B3B2"/>
    <a:srgbClr val="F0EB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DF7B9C-EBDF-46A0-83E7-B09A4955A7FC}">
  <a:tblStyle styleId="{A6DF7B9C-EBDF-46A0-83E7-B09A4955A7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6357" autoAdjust="0"/>
  </p:normalViewPr>
  <p:slideViewPr>
    <p:cSldViewPr snapToGrid="0">
      <p:cViewPr varScale="1">
        <p:scale>
          <a:sx n="109" d="100"/>
          <a:sy n="109" d="100"/>
        </p:scale>
        <p:origin x="730" y="86"/>
      </p:cViewPr>
      <p:guideLst/>
    </p:cSldViewPr>
  </p:slideViewPr>
  <p:outlineViewPr>
    <p:cViewPr>
      <p:scale>
        <a:sx n="33" d="100"/>
        <a:sy n="33" d="100"/>
      </p:scale>
      <p:origin x="0" y="-249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15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2.fntdata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60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15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70" Type="http://schemas.openxmlformats.org/officeDocument/2006/relationships/font" Target="fonts/font8.fntdata"/><Relationship Id="rId75" Type="http://schemas.openxmlformats.org/officeDocument/2006/relationships/font" Target="fonts/font13.fntdata"/><Relationship Id="rId16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73" Type="http://schemas.openxmlformats.org/officeDocument/2006/relationships/font" Target="fonts/font11.fntdata"/><Relationship Id="rId156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4.fntdata"/><Relationship Id="rId7" Type="http://schemas.openxmlformats.org/officeDocument/2006/relationships/slide" Target="slides/slide6.xml"/><Relationship Id="rId71" Type="http://schemas.openxmlformats.org/officeDocument/2006/relationships/font" Target="fonts/font9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4.fntdata"/><Relationship Id="rId157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9A47F7-AB59-010F-0AE0-F0A6996F06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A8EDDB-94C4-4DEE-344C-BA4DAA4DBC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669EE-84A5-4202-8F96-4EDD14B1D69C}" type="datetimeFigureOut">
              <a:rPr lang="es-ES" smtClean="0"/>
              <a:t>18/04/2026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79D3D-0736-0D65-BF41-79FC5E8026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81272-2883-7B3A-EB06-921012988B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F1383-626C-4313-8C37-6559D5338B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63767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7DA41-34ED-2DAD-D7C7-ADD8865C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4AFBE-928A-FAE8-4CC8-3AA0DFD4C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56854-2488-DEB6-EA03-D2EA29E56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381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6F635-725E-CB9D-857A-9577A6473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3B8F3-2C6A-852F-8713-D55425C68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B849E8-6661-53EC-DC85-565189227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900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688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01919D3-34AF-F0C7-C2BD-5F49D53E4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DD245843-59A3-1190-F6A2-6D2D6DB834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B81F37D9-BBCA-8852-DC0C-6640D69DF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586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7DA41-34ED-2DAD-D7C7-ADD8865C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4AFBE-928A-FAE8-4CC8-3AA0DFD4C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56854-2488-DEB6-EA03-D2EA29E56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52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2F20140-5DFE-CC28-2F76-DCF46899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ED386763-5823-E4ED-6853-485C4F35D9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E4C878C3-4E8D-F2B7-8C02-7BA3C86628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00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8991F494-B9BF-1711-FA51-08E555A6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4B007546-6E44-DBEA-A195-D7A84531B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D672CF5A-273B-DA8F-56AB-4AD156ED3A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71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64E337CA-20CA-66F2-0116-A6DE1E2D6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837A30E1-B988-E16E-DCBC-7DF06D757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F5B30293-7FDF-7B0D-2507-04486B3AF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93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144FECD6-B03D-9E0B-950F-FEE3B1C5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086F4843-C508-1C1A-C81A-F578DDD3D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783B3846-C7B4-3250-0814-ABCDF9D3B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46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500CA7BE-F82F-CF65-7436-2458F5DAF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EA2850D3-4897-0A87-A968-765F2A035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C4AEDC21-B445-E0A2-D4F4-EF1AFA0EC6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55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3775427-2E1C-F0C2-8221-063C7EB1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7138508A-7003-CC4F-22DC-75C2C1F118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BCD764C5-902D-F744-37DE-F93BEDC070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913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769FDA69-1977-1722-1AAA-232142DCD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B363CCDE-89FD-3528-57CB-263619918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F755634F-966F-1E47-E35B-1E7B5BD32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992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AAEBE513-F862-931D-109C-53D7213E2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77DF09A8-1A8D-00B2-EA37-271CA078CD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8C8D0B18-6186-5052-F119-B494A52AA8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441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FD7F73B-91DC-FD24-78A6-E44054F43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650F4AD3-C732-BA3E-20C8-4243CBBF7A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ADF13D18-559A-471B-9BA5-E9DDC2B52A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505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BC537BC1-2428-8A2B-7848-145A3218E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D13AC767-79CA-C8D0-7021-D6464A22F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488ECFAC-DAB5-70F2-89E8-BF91C46DF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241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7057B433-FEC8-3C47-154D-3C12175A8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>
            <a:extLst>
              <a:ext uri="{FF2B5EF4-FFF2-40B4-BE49-F238E27FC236}">
                <a16:creationId xmlns:a16="http://schemas.microsoft.com/office/drawing/2014/main" id="{6F448C4B-10C3-5B70-8772-AB5AAA968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>
            <a:extLst>
              <a:ext uri="{FF2B5EF4-FFF2-40B4-BE49-F238E27FC236}">
                <a16:creationId xmlns:a16="http://schemas.microsoft.com/office/drawing/2014/main" id="{686864DE-25E8-5719-350A-88F150FA2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21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143000" y="1264595"/>
            <a:ext cx="6858000" cy="207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6600" b="1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143000" y="3412063"/>
            <a:ext cx="6858000" cy="35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grpSp>
        <p:nvGrpSpPr>
          <p:cNvPr id="725" name="Grupo 724">
            <a:extLst>
              <a:ext uri="{FF2B5EF4-FFF2-40B4-BE49-F238E27FC236}">
                <a16:creationId xmlns:a16="http://schemas.microsoft.com/office/drawing/2014/main" id="{C3690CF7-0AB7-CEE5-1526-CC6C62F51E11}"/>
              </a:ext>
            </a:extLst>
          </p:cNvPr>
          <p:cNvGrpSpPr/>
          <p:nvPr userDrawn="1"/>
        </p:nvGrpSpPr>
        <p:grpSpPr>
          <a:xfrm>
            <a:off x="-450421" y="-383843"/>
            <a:ext cx="1507863" cy="1510278"/>
            <a:chOff x="39184" y="-151930"/>
            <a:chExt cx="1309806" cy="1311904"/>
          </a:xfrm>
        </p:grpSpPr>
        <p:sp>
          <p:nvSpPr>
            <p:cNvPr id="267" name="Oval 357">
              <a:extLst>
                <a:ext uri="{FF2B5EF4-FFF2-40B4-BE49-F238E27FC236}">
                  <a16:creationId xmlns:a16="http://schemas.microsoft.com/office/drawing/2014/main" id="{8D9F469D-B08A-4D84-830B-9EC7E7F8E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8" name="Freeform 358">
              <a:extLst>
                <a:ext uri="{FF2B5EF4-FFF2-40B4-BE49-F238E27FC236}">
                  <a16:creationId xmlns:a16="http://schemas.microsoft.com/office/drawing/2014/main" id="{13CEA5A5-2357-D68F-94E1-DF0B55C70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9" name="Freeform 359">
              <a:extLst>
                <a:ext uri="{FF2B5EF4-FFF2-40B4-BE49-F238E27FC236}">
                  <a16:creationId xmlns:a16="http://schemas.microsoft.com/office/drawing/2014/main" id="{07CF7994-FE6A-48AE-0756-8987A4FAF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0" name="Freeform 360">
              <a:extLst>
                <a:ext uri="{FF2B5EF4-FFF2-40B4-BE49-F238E27FC236}">
                  <a16:creationId xmlns:a16="http://schemas.microsoft.com/office/drawing/2014/main" id="{F5ACD910-D4C1-EDDB-D4C5-291AFD3B2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1" name="Freeform 361">
              <a:extLst>
                <a:ext uri="{FF2B5EF4-FFF2-40B4-BE49-F238E27FC236}">
                  <a16:creationId xmlns:a16="http://schemas.microsoft.com/office/drawing/2014/main" id="{53F0FBD3-2371-F32A-49EC-D0567A7DC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2" name="Freeform 362">
              <a:extLst>
                <a:ext uri="{FF2B5EF4-FFF2-40B4-BE49-F238E27FC236}">
                  <a16:creationId xmlns:a16="http://schemas.microsoft.com/office/drawing/2014/main" id="{2EFE3795-1CE3-53EF-092E-6714563C7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3" name="Freeform 363">
              <a:extLst>
                <a:ext uri="{FF2B5EF4-FFF2-40B4-BE49-F238E27FC236}">
                  <a16:creationId xmlns:a16="http://schemas.microsoft.com/office/drawing/2014/main" id="{3D9CE8EF-A482-AB8F-CAF5-2A8909A76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4" name="Freeform 364">
              <a:extLst>
                <a:ext uri="{FF2B5EF4-FFF2-40B4-BE49-F238E27FC236}">
                  <a16:creationId xmlns:a16="http://schemas.microsoft.com/office/drawing/2014/main" id="{1BAFFDEE-FC7F-945B-D3B8-A31788595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5" name="Freeform 365">
              <a:extLst>
                <a:ext uri="{FF2B5EF4-FFF2-40B4-BE49-F238E27FC236}">
                  <a16:creationId xmlns:a16="http://schemas.microsoft.com/office/drawing/2014/main" id="{F3FB3DB8-171B-FB86-EF85-48C8A8988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7" name="Freeform 377">
              <a:extLst>
                <a:ext uri="{FF2B5EF4-FFF2-40B4-BE49-F238E27FC236}">
                  <a16:creationId xmlns:a16="http://schemas.microsoft.com/office/drawing/2014/main" id="{CC072E61-5A4C-2F51-E9F9-FC6AB5C93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8" name="Freeform 378">
              <a:extLst>
                <a:ext uri="{FF2B5EF4-FFF2-40B4-BE49-F238E27FC236}">
                  <a16:creationId xmlns:a16="http://schemas.microsoft.com/office/drawing/2014/main" id="{95E6BC66-6AFC-F3D1-F83D-6355C60B8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9" name="Oval 379">
              <a:extLst>
                <a:ext uri="{FF2B5EF4-FFF2-40B4-BE49-F238E27FC236}">
                  <a16:creationId xmlns:a16="http://schemas.microsoft.com/office/drawing/2014/main" id="{CAE85FA6-1943-6F74-7337-C83CBCF79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0" name="Oval 380">
              <a:extLst>
                <a:ext uri="{FF2B5EF4-FFF2-40B4-BE49-F238E27FC236}">
                  <a16:creationId xmlns:a16="http://schemas.microsoft.com/office/drawing/2014/main" id="{3EBE61E8-12DB-EE89-CFBA-76644ADB0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1" name="Freeform 381">
              <a:extLst>
                <a:ext uri="{FF2B5EF4-FFF2-40B4-BE49-F238E27FC236}">
                  <a16:creationId xmlns:a16="http://schemas.microsoft.com/office/drawing/2014/main" id="{A9890DA5-DE12-8414-6B5A-E515B28EA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2" name="Freeform 382">
              <a:extLst>
                <a:ext uri="{FF2B5EF4-FFF2-40B4-BE49-F238E27FC236}">
                  <a16:creationId xmlns:a16="http://schemas.microsoft.com/office/drawing/2014/main" id="{1E998832-D69D-7559-F5C7-31E2263F5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3" name="Freeform 383">
              <a:extLst>
                <a:ext uri="{FF2B5EF4-FFF2-40B4-BE49-F238E27FC236}">
                  <a16:creationId xmlns:a16="http://schemas.microsoft.com/office/drawing/2014/main" id="{861CFE8A-3614-EBEB-4591-0D1D1AD38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4" name="Freeform 384">
              <a:extLst>
                <a:ext uri="{FF2B5EF4-FFF2-40B4-BE49-F238E27FC236}">
                  <a16:creationId xmlns:a16="http://schemas.microsoft.com/office/drawing/2014/main" id="{5E9DA820-1FA5-41B7-2DF0-D1EF965C0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5" name="Freeform 385">
              <a:extLst>
                <a:ext uri="{FF2B5EF4-FFF2-40B4-BE49-F238E27FC236}">
                  <a16:creationId xmlns:a16="http://schemas.microsoft.com/office/drawing/2014/main" id="{F2B0276D-98C4-6ECD-5731-4745E4310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7" name="Freeform 397">
              <a:extLst>
                <a:ext uri="{FF2B5EF4-FFF2-40B4-BE49-F238E27FC236}">
                  <a16:creationId xmlns:a16="http://schemas.microsoft.com/office/drawing/2014/main" id="{0E900F22-A5FC-CA42-0790-5DAB950D1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8" name="Freeform 398">
              <a:extLst>
                <a:ext uri="{FF2B5EF4-FFF2-40B4-BE49-F238E27FC236}">
                  <a16:creationId xmlns:a16="http://schemas.microsoft.com/office/drawing/2014/main" id="{4EDEC237-B650-F81A-98A8-8813A6A9D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9" name="Oval 399">
              <a:extLst>
                <a:ext uri="{FF2B5EF4-FFF2-40B4-BE49-F238E27FC236}">
                  <a16:creationId xmlns:a16="http://schemas.microsoft.com/office/drawing/2014/main" id="{AE1142D4-8358-5D73-132F-29B2DD162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0" name="Oval 400">
              <a:extLst>
                <a:ext uri="{FF2B5EF4-FFF2-40B4-BE49-F238E27FC236}">
                  <a16:creationId xmlns:a16="http://schemas.microsoft.com/office/drawing/2014/main" id="{066F819F-D800-5738-8A75-54B2FB162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1" name="Freeform 401">
              <a:extLst>
                <a:ext uri="{FF2B5EF4-FFF2-40B4-BE49-F238E27FC236}">
                  <a16:creationId xmlns:a16="http://schemas.microsoft.com/office/drawing/2014/main" id="{C1D769B2-4E73-C253-1DE0-202F8A23B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2" name="Freeform 402">
              <a:extLst>
                <a:ext uri="{FF2B5EF4-FFF2-40B4-BE49-F238E27FC236}">
                  <a16:creationId xmlns:a16="http://schemas.microsoft.com/office/drawing/2014/main" id="{68B105EC-B623-D2BD-83A0-D1C536B08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3" name="Freeform 403">
              <a:extLst>
                <a:ext uri="{FF2B5EF4-FFF2-40B4-BE49-F238E27FC236}">
                  <a16:creationId xmlns:a16="http://schemas.microsoft.com/office/drawing/2014/main" id="{264DBE71-CC28-1C8D-D4BF-8B82864E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4" name="Freeform 404">
              <a:extLst>
                <a:ext uri="{FF2B5EF4-FFF2-40B4-BE49-F238E27FC236}">
                  <a16:creationId xmlns:a16="http://schemas.microsoft.com/office/drawing/2014/main" id="{CB80133A-A09F-7968-94D6-EC5F489EC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5" name="Freeform 405">
              <a:extLst>
                <a:ext uri="{FF2B5EF4-FFF2-40B4-BE49-F238E27FC236}">
                  <a16:creationId xmlns:a16="http://schemas.microsoft.com/office/drawing/2014/main" id="{CE9344E0-9A17-B2A2-FD49-B47C08A81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9" name="Freeform 418">
              <a:extLst>
                <a:ext uri="{FF2B5EF4-FFF2-40B4-BE49-F238E27FC236}">
                  <a16:creationId xmlns:a16="http://schemas.microsoft.com/office/drawing/2014/main" id="{8A7C6264-990A-6EE6-B4D0-622F84D1F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0" name="Freeform 419">
              <a:extLst>
                <a:ext uri="{FF2B5EF4-FFF2-40B4-BE49-F238E27FC236}">
                  <a16:creationId xmlns:a16="http://schemas.microsoft.com/office/drawing/2014/main" id="{418DA73E-CCC9-81DF-AFCC-E82CDDF88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1" name="Freeform 420">
              <a:extLst>
                <a:ext uri="{FF2B5EF4-FFF2-40B4-BE49-F238E27FC236}">
                  <a16:creationId xmlns:a16="http://schemas.microsoft.com/office/drawing/2014/main" id="{C2225B1F-AB03-709F-A7D9-693B59319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2" name="Freeform 421">
              <a:extLst>
                <a:ext uri="{FF2B5EF4-FFF2-40B4-BE49-F238E27FC236}">
                  <a16:creationId xmlns:a16="http://schemas.microsoft.com/office/drawing/2014/main" id="{AFE30962-60C9-C2B6-A24A-EE0E75689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3" name="Freeform 422">
              <a:extLst>
                <a:ext uri="{FF2B5EF4-FFF2-40B4-BE49-F238E27FC236}">
                  <a16:creationId xmlns:a16="http://schemas.microsoft.com/office/drawing/2014/main" id="{8EA24EFB-EDBD-DBDE-3690-ADF893337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4" name="Oval 423">
              <a:extLst>
                <a:ext uri="{FF2B5EF4-FFF2-40B4-BE49-F238E27FC236}">
                  <a16:creationId xmlns:a16="http://schemas.microsoft.com/office/drawing/2014/main" id="{F4DFD1B6-1812-1866-8E2F-33A7D8BA2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5" name="Freeform 424">
              <a:extLst>
                <a:ext uri="{FF2B5EF4-FFF2-40B4-BE49-F238E27FC236}">
                  <a16:creationId xmlns:a16="http://schemas.microsoft.com/office/drawing/2014/main" id="{CEACA76A-48A2-C4C7-ED6D-7D11BC4E9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6" name="Freeform 425">
              <a:extLst>
                <a:ext uri="{FF2B5EF4-FFF2-40B4-BE49-F238E27FC236}">
                  <a16:creationId xmlns:a16="http://schemas.microsoft.com/office/drawing/2014/main" id="{CDDB6D0C-405F-7802-C5FB-84B9FC366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7" name="Freeform 426">
              <a:extLst>
                <a:ext uri="{FF2B5EF4-FFF2-40B4-BE49-F238E27FC236}">
                  <a16:creationId xmlns:a16="http://schemas.microsoft.com/office/drawing/2014/main" id="{95BB68F8-46CA-6888-0D66-59C9CE963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9" name="Freeform 438">
              <a:extLst>
                <a:ext uri="{FF2B5EF4-FFF2-40B4-BE49-F238E27FC236}">
                  <a16:creationId xmlns:a16="http://schemas.microsoft.com/office/drawing/2014/main" id="{7C832C34-2147-E173-EB8D-A35BB954B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0" name="Freeform 439">
              <a:extLst>
                <a:ext uri="{FF2B5EF4-FFF2-40B4-BE49-F238E27FC236}">
                  <a16:creationId xmlns:a16="http://schemas.microsoft.com/office/drawing/2014/main" id="{B9E3D0F4-23E5-00C7-F12E-98BBD21E9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1" name="Freeform 440">
              <a:extLst>
                <a:ext uri="{FF2B5EF4-FFF2-40B4-BE49-F238E27FC236}">
                  <a16:creationId xmlns:a16="http://schemas.microsoft.com/office/drawing/2014/main" id="{6C583BC2-7AF1-9CBE-37E4-E4A4C6311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2" name="Freeform 441">
              <a:extLst>
                <a:ext uri="{FF2B5EF4-FFF2-40B4-BE49-F238E27FC236}">
                  <a16:creationId xmlns:a16="http://schemas.microsoft.com/office/drawing/2014/main" id="{DB7B734E-44EB-B391-676C-D7AAC30BF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3" name="Freeform 442">
              <a:extLst>
                <a:ext uri="{FF2B5EF4-FFF2-40B4-BE49-F238E27FC236}">
                  <a16:creationId xmlns:a16="http://schemas.microsoft.com/office/drawing/2014/main" id="{D601FECF-A8F6-4C6B-2939-A6F95212F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4" name="Oval 443">
              <a:extLst>
                <a:ext uri="{FF2B5EF4-FFF2-40B4-BE49-F238E27FC236}">
                  <a16:creationId xmlns:a16="http://schemas.microsoft.com/office/drawing/2014/main" id="{3473341B-E368-83D7-7376-63D739E7E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5" name="Oval 444">
              <a:extLst>
                <a:ext uri="{FF2B5EF4-FFF2-40B4-BE49-F238E27FC236}">
                  <a16:creationId xmlns:a16="http://schemas.microsoft.com/office/drawing/2014/main" id="{CAC2CEA0-89B5-7280-A2FB-BC573C68F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6" name="Freeform 445">
              <a:extLst>
                <a:ext uri="{FF2B5EF4-FFF2-40B4-BE49-F238E27FC236}">
                  <a16:creationId xmlns:a16="http://schemas.microsoft.com/office/drawing/2014/main" id="{266F0AAA-F8D7-D66B-E1BE-6D479AC55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7" name="Freeform 446">
              <a:extLst>
                <a:ext uri="{FF2B5EF4-FFF2-40B4-BE49-F238E27FC236}">
                  <a16:creationId xmlns:a16="http://schemas.microsoft.com/office/drawing/2014/main" id="{36C8C9D0-DE7B-E665-7049-FC2A94707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9" name="Freeform 458">
              <a:extLst>
                <a:ext uri="{FF2B5EF4-FFF2-40B4-BE49-F238E27FC236}">
                  <a16:creationId xmlns:a16="http://schemas.microsoft.com/office/drawing/2014/main" id="{7483B195-54B5-2A6E-2304-EC6A90CA8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0" name="Freeform 459">
              <a:extLst>
                <a:ext uri="{FF2B5EF4-FFF2-40B4-BE49-F238E27FC236}">
                  <a16:creationId xmlns:a16="http://schemas.microsoft.com/office/drawing/2014/main" id="{A95AEC97-C398-A47F-318D-1A6812B9B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1" name="Freeform 460">
              <a:extLst>
                <a:ext uri="{FF2B5EF4-FFF2-40B4-BE49-F238E27FC236}">
                  <a16:creationId xmlns:a16="http://schemas.microsoft.com/office/drawing/2014/main" id="{93CED6FD-E5AC-9F7E-9102-D0C9BDD90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2" name="Freeform 461">
              <a:extLst>
                <a:ext uri="{FF2B5EF4-FFF2-40B4-BE49-F238E27FC236}">
                  <a16:creationId xmlns:a16="http://schemas.microsoft.com/office/drawing/2014/main" id="{F9D41022-7154-735D-9D3A-677B76EC7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3" name="Freeform 462">
              <a:extLst>
                <a:ext uri="{FF2B5EF4-FFF2-40B4-BE49-F238E27FC236}">
                  <a16:creationId xmlns:a16="http://schemas.microsoft.com/office/drawing/2014/main" id="{4E7FC0AE-EF04-3CC1-9F99-2728E5101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4" name="Freeform 463">
              <a:extLst>
                <a:ext uri="{FF2B5EF4-FFF2-40B4-BE49-F238E27FC236}">
                  <a16:creationId xmlns:a16="http://schemas.microsoft.com/office/drawing/2014/main" id="{66114033-ADF8-7D75-A37B-29DDF69D5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5" name="Freeform 464">
              <a:extLst>
                <a:ext uri="{FF2B5EF4-FFF2-40B4-BE49-F238E27FC236}">
                  <a16:creationId xmlns:a16="http://schemas.microsoft.com/office/drawing/2014/main" id="{18E5126F-81BA-C2E5-7D08-F1794C1F5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6" name="Freeform 465">
              <a:extLst>
                <a:ext uri="{FF2B5EF4-FFF2-40B4-BE49-F238E27FC236}">
                  <a16:creationId xmlns:a16="http://schemas.microsoft.com/office/drawing/2014/main" id="{8E6867C4-9075-9B1B-A494-751361F56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7" name="Freeform 466">
              <a:extLst>
                <a:ext uri="{FF2B5EF4-FFF2-40B4-BE49-F238E27FC236}">
                  <a16:creationId xmlns:a16="http://schemas.microsoft.com/office/drawing/2014/main" id="{B15389D8-4CD6-3AFB-D1BA-029BD1067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9" name="Freeform 478">
              <a:extLst>
                <a:ext uri="{FF2B5EF4-FFF2-40B4-BE49-F238E27FC236}">
                  <a16:creationId xmlns:a16="http://schemas.microsoft.com/office/drawing/2014/main" id="{208BEE9F-DE3F-E3EF-52E5-248F2427E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0" name="Freeform 479">
              <a:extLst>
                <a:ext uri="{FF2B5EF4-FFF2-40B4-BE49-F238E27FC236}">
                  <a16:creationId xmlns:a16="http://schemas.microsoft.com/office/drawing/2014/main" id="{5F1AEF56-EC69-FD20-2512-5901D5049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1" name="Freeform 480">
              <a:extLst>
                <a:ext uri="{FF2B5EF4-FFF2-40B4-BE49-F238E27FC236}">
                  <a16:creationId xmlns:a16="http://schemas.microsoft.com/office/drawing/2014/main" id="{43BB429D-9C15-71F9-9C96-6DEE3623F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2" name="Freeform 481">
              <a:extLst>
                <a:ext uri="{FF2B5EF4-FFF2-40B4-BE49-F238E27FC236}">
                  <a16:creationId xmlns:a16="http://schemas.microsoft.com/office/drawing/2014/main" id="{8227264F-76C8-A5EB-1622-CCD8923F8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3" name="Freeform 482">
              <a:extLst>
                <a:ext uri="{FF2B5EF4-FFF2-40B4-BE49-F238E27FC236}">
                  <a16:creationId xmlns:a16="http://schemas.microsoft.com/office/drawing/2014/main" id="{0BD540E0-57EA-0B56-381E-AED639152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4" name="Freeform 483">
              <a:extLst>
                <a:ext uri="{FF2B5EF4-FFF2-40B4-BE49-F238E27FC236}">
                  <a16:creationId xmlns:a16="http://schemas.microsoft.com/office/drawing/2014/main" id="{86A60579-EF71-2700-B079-DD879F7CD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5" name="Freeform 484">
              <a:extLst>
                <a:ext uri="{FF2B5EF4-FFF2-40B4-BE49-F238E27FC236}">
                  <a16:creationId xmlns:a16="http://schemas.microsoft.com/office/drawing/2014/main" id="{B7BDC6E5-D406-D3C5-18AA-B196CE3A2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6" name="Freeform 485">
              <a:extLst>
                <a:ext uri="{FF2B5EF4-FFF2-40B4-BE49-F238E27FC236}">
                  <a16:creationId xmlns:a16="http://schemas.microsoft.com/office/drawing/2014/main" id="{204366AF-2048-41EE-4D33-2D15313C6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7" name="Oval 486">
              <a:extLst>
                <a:ext uri="{FF2B5EF4-FFF2-40B4-BE49-F238E27FC236}">
                  <a16:creationId xmlns:a16="http://schemas.microsoft.com/office/drawing/2014/main" id="{4521AED5-04E4-4302-0989-3136C5571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9" name="Oval 498">
              <a:extLst>
                <a:ext uri="{FF2B5EF4-FFF2-40B4-BE49-F238E27FC236}">
                  <a16:creationId xmlns:a16="http://schemas.microsoft.com/office/drawing/2014/main" id="{3FEBACA5-0CDE-D98F-C554-A9513B015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0" name="Oval 499">
              <a:extLst>
                <a:ext uri="{FF2B5EF4-FFF2-40B4-BE49-F238E27FC236}">
                  <a16:creationId xmlns:a16="http://schemas.microsoft.com/office/drawing/2014/main" id="{184D834C-21F8-DE83-3EF7-144AA5C44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1" name="Freeform 500">
              <a:extLst>
                <a:ext uri="{FF2B5EF4-FFF2-40B4-BE49-F238E27FC236}">
                  <a16:creationId xmlns:a16="http://schemas.microsoft.com/office/drawing/2014/main" id="{B98AF20F-A7D5-AC96-3EF0-403AD1715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2" name="Freeform 501">
              <a:extLst>
                <a:ext uri="{FF2B5EF4-FFF2-40B4-BE49-F238E27FC236}">
                  <a16:creationId xmlns:a16="http://schemas.microsoft.com/office/drawing/2014/main" id="{323F1CB4-AF88-C990-0FF6-3D238E4B3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3" name="Freeform 502">
              <a:extLst>
                <a:ext uri="{FF2B5EF4-FFF2-40B4-BE49-F238E27FC236}">
                  <a16:creationId xmlns:a16="http://schemas.microsoft.com/office/drawing/2014/main" id="{1938E5C0-EDEA-7A7B-BD6D-21A69A14A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4" name="Freeform 503">
              <a:extLst>
                <a:ext uri="{FF2B5EF4-FFF2-40B4-BE49-F238E27FC236}">
                  <a16:creationId xmlns:a16="http://schemas.microsoft.com/office/drawing/2014/main" id="{A82FA6B1-35A2-9451-8549-DDE3BF63C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5" name="Freeform 504">
              <a:extLst>
                <a:ext uri="{FF2B5EF4-FFF2-40B4-BE49-F238E27FC236}">
                  <a16:creationId xmlns:a16="http://schemas.microsoft.com/office/drawing/2014/main" id="{352EB7DF-E31C-D285-11ED-240B3E10B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6" name="Freeform 505">
              <a:extLst>
                <a:ext uri="{FF2B5EF4-FFF2-40B4-BE49-F238E27FC236}">
                  <a16:creationId xmlns:a16="http://schemas.microsoft.com/office/drawing/2014/main" id="{B36FF106-6985-75D4-7ED9-2AA832B5C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7" name="Freeform 506">
              <a:extLst>
                <a:ext uri="{FF2B5EF4-FFF2-40B4-BE49-F238E27FC236}">
                  <a16:creationId xmlns:a16="http://schemas.microsoft.com/office/drawing/2014/main" id="{67EA654F-EF57-F5AA-4B0C-91B3A8FEB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9" name="Oval 518">
              <a:extLst>
                <a:ext uri="{FF2B5EF4-FFF2-40B4-BE49-F238E27FC236}">
                  <a16:creationId xmlns:a16="http://schemas.microsoft.com/office/drawing/2014/main" id="{BF6B3C17-6201-5BE5-E546-0D0B92197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0" name="Freeform 519">
              <a:extLst>
                <a:ext uri="{FF2B5EF4-FFF2-40B4-BE49-F238E27FC236}">
                  <a16:creationId xmlns:a16="http://schemas.microsoft.com/office/drawing/2014/main" id="{AA5D8B5E-A3AF-70F9-AFF7-412CDB8BB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1" name="Freeform 520">
              <a:extLst>
                <a:ext uri="{FF2B5EF4-FFF2-40B4-BE49-F238E27FC236}">
                  <a16:creationId xmlns:a16="http://schemas.microsoft.com/office/drawing/2014/main" id="{763C909C-03B4-5799-CA08-AF9F1193E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2" name="Freeform 521">
              <a:extLst>
                <a:ext uri="{FF2B5EF4-FFF2-40B4-BE49-F238E27FC236}">
                  <a16:creationId xmlns:a16="http://schemas.microsoft.com/office/drawing/2014/main" id="{FBAFC703-6AE0-36E1-21D8-ECB0BBFAE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3" name="Freeform 522">
              <a:extLst>
                <a:ext uri="{FF2B5EF4-FFF2-40B4-BE49-F238E27FC236}">
                  <a16:creationId xmlns:a16="http://schemas.microsoft.com/office/drawing/2014/main" id="{466FDF7A-9989-A831-1C11-B7B3F8B0C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4" name="Freeform 523">
              <a:extLst>
                <a:ext uri="{FF2B5EF4-FFF2-40B4-BE49-F238E27FC236}">
                  <a16:creationId xmlns:a16="http://schemas.microsoft.com/office/drawing/2014/main" id="{90526AFD-7C5B-3FB0-F134-C3B682053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5" name="Freeform 524">
              <a:extLst>
                <a:ext uri="{FF2B5EF4-FFF2-40B4-BE49-F238E27FC236}">
                  <a16:creationId xmlns:a16="http://schemas.microsoft.com/office/drawing/2014/main" id="{0185EF04-1089-4B36-74FE-8B917B400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6" name="Freeform 525">
              <a:extLst>
                <a:ext uri="{FF2B5EF4-FFF2-40B4-BE49-F238E27FC236}">
                  <a16:creationId xmlns:a16="http://schemas.microsoft.com/office/drawing/2014/main" id="{58109225-BF40-6B36-DFC7-F45D8288A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7" name="Freeform 526">
              <a:extLst>
                <a:ext uri="{FF2B5EF4-FFF2-40B4-BE49-F238E27FC236}">
                  <a16:creationId xmlns:a16="http://schemas.microsoft.com/office/drawing/2014/main" id="{49386193-D0B7-3926-AE2E-FD5C851DF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9" name="Freeform 538">
              <a:extLst>
                <a:ext uri="{FF2B5EF4-FFF2-40B4-BE49-F238E27FC236}">
                  <a16:creationId xmlns:a16="http://schemas.microsoft.com/office/drawing/2014/main" id="{1972BF12-7E46-D955-5EAF-53CC9D42E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0" name="Freeform 539">
              <a:extLst>
                <a:ext uri="{FF2B5EF4-FFF2-40B4-BE49-F238E27FC236}">
                  <a16:creationId xmlns:a16="http://schemas.microsoft.com/office/drawing/2014/main" id="{B486A173-4A2E-A76D-208F-A48143838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1" name="Oval 540">
              <a:extLst>
                <a:ext uri="{FF2B5EF4-FFF2-40B4-BE49-F238E27FC236}">
                  <a16:creationId xmlns:a16="http://schemas.microsoft.com/office/drawing/2014/main" id="{658989B4-B056-5E69-C5A3-326DEAD8A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2" name="Oval 541">
              <a:extLst>
                <a:ext uri="{FF2B5EF4-FFF2-40B4-BE49-F238E27FC236}">
                  <a16:creationId xmlns:a16="http://schemas.microsoft.com/office/drawing/2014/main" id="{7B38FCB2-2093-F344-F034-8173516FA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3" name="Freeform 542">
              <a:extLst>
                <a:ext uri="{FF2B5EF4-FFF2-40B4-BE49-F238E27FC236}">
                  <a16:creationId xmlns:a16="http://schemas.microsoft.com/office/drawing/2014/main" id="{471F184D-1A95-F585-6704-95AFBDE37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4" name="Freeform 543">
              <a:extLst>
                <a:ext uri="{FF2B5EF4-FFF2-40B4-BE49-F238E27FC236}">
                  <a16:creationId xmlns:a16="http://schemas.microsoft.com/office/drawing/2014/main" id="{E6FDB0DB-14D4-25B2-1A11-1CC8ECE3F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5" name="Freeform 544">
              <a:extLst>
                <a:ext uri="{FF2B5EF4-FFF2-40B4-BE49-F238E27FC236}">
                  <a16:creationId xmlns:a16="http://schemas.microsoft.com/office/drawing/2014/main" id="{2790DAEE-4307-8103-3367-98C538B20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6" name="Freeform 545">
              <a:extLst>
                <a:ext uri="{FF2B5EF4-FFF2-40B4-BE49-F238E27FC236}">
                  <a16:creationId xmlns:a16="http://schemas.microsoft.com/office/drawing/2014/main" id="{BC2D9A8F-9BB2-D2F2-8F23-632321368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7" name="Freeform 546">
              <a:extLst>
                <a:ext uri="{FF2B5EF4-FFF2-40B4-BE49-F238E27FC236}">
                  <a16:creationId xmlns:a16="http://schemas.microsoft.com/office/drawing/2014/main" id="{930BC73C-D081-831B-C339-0DF1FF4EE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9" name="Freeform 558">
              <a:extLst>
                <a:ext uri="{FF2B5EF4-FFF2-40B4-BE49-F238E27FC236}">
                  <a16:creationId xmlns:a16="http://schemas.microsoft.com/office/drawing/2014/main" id="{F860DADA-2439-2D47-C354-B56BFAA6B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0" name="Freeform 559">
              <a:extLst>
                <a:ext uri="{FF2B5EF4-FFF2-40B4-BE49-F238E27FC236}">
                  <a16:creationId xmlns:a16="http://schemas.microsoft.com/office/drawing/2014/main" id="{EC053987-4589-772D-18FE-5E8ACF407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1" name="Oval 560">
              <a:extLst>
                <a:ext uri="{FF2B5EF4-FFF2-40B4-BE49-F238E27FC236}">
                  <a16:creationId xmlns:a16="http://schemas.microsoft.com/office/drawing/2014/main" id="{A67499B8-CD25-549B-AFE8-1B0D3A3CE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2" name="Oval 561">
              <a:extLst>
                <a:ext uri="{FF2B5EF4-FFF2-40B4-BE49-F238E27FC236}">
                  <a16:creationId xmlns:a16="http://schemas.microsoft.com/office/drawing/2014/main" id="{8F7D970D-3FE1-840C-3C71-0AEBD98A3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3" name="Freeform 562">
              <a:extLst>
                <a:ext uri="{FF2B5EF4-FFF2-40B4-BE49-F238E27FC236}">
                  <a16:creationId xmlns:a16="http://schemas.microsoft.com/office/drawing/2014/main" id="{E1436035-627E-A663-FC3B-1F4F8BA6D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4" name="Freeform 563">
              <a:extLst>
                <a:ext uri="{FF2B5EF4-FFF2-40B4-BE49-F238E27FC236}">
                  <a16:creationId xmlns:a16="http://schemas.microsoft.com/office/drawing/2014/main" id="{5A431E9B-0F9F-0B25-E86C-45A253E6C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5" name="Freeform 564">
              <a:extLst>
                <a:ext uri="{FF2B5EF4-FFF2-40B4-BE49-F238E27FC236}">
                  <a16:creationId xmlns:a16="http://schemas.microsoft.com/office/drawing/2014/main" id="{71ED66DD-11B9-884E-4D2E-18092884D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6" name="Freeform 565">
              <a:extLst>
                <a:ext uri="{FF2B5EF4-FFF2-40B4-BE49-F238E27FC236}">
                  <a16:creationId xmlns:a16="http://schemas.microsoft.com/office/drawing/2014/main" id="{2C678590-7444-1B8E-893D-96407F5AE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7" name="Freeform 566">
              <a:extLst>
                <a:ext uri="{FF2B5EF4-FFF2-40B4-BE49-F238E27FC236}">
                  <a16:creationId xmlns:a16="http://schemas.microsoft.com/office/drawing/2014/main" id="{CBAEC579-8A1F-064E-E6CA-550682110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9" name="Freeform 578">
              <a:extLst>
                <a:ext uri="{FF2B5EF4-FFF2-40B4-BE49-F238E27FC236}">
                  <a16:creationId xmlns:a16="http://schemas.microsoft.com/office/drawing/2014/main" id="{9323AEE0-8389-2FC5-6B16-E6B017153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0" name="Freeform 579">
              <a:extLst>
                <a:ext uri="{FF2B5EF4-FFF2-40B4-BE49-F238E27FC236}">
                  <a16:creationId xmlns:a16="http://schemas.microsoft.com/office/drawing/2014/main" id="{A62B2BA2-4E31-DB35-12AF-206B87F71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1" name="Freeform 580">
              <a:extLst>
                <a:ext uri="{FF2B5EF4-FFF2-40B4-BE49-F238E27FC236}">
                  <a16:creationId xmlns:a16="http://schemas.microsoft.com/office/drawing/2014/main" id="{6F20C815-2917-C752-6EE6-70E194792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2" name="Freeform 581">
              <a:extLst>
                <a:ext uri="{FF2B5EF4-FFF2-40B4-BE49-F238E27FC236}">
                  <a16:creationId xmlns:a16="http://schemas.microsoft.com/office/drawing/2014/main" id="{15C41560-EA16-96CF-8EE9-DB7227730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3" name="Freeform 582">
              <a:extLst>
                <a:ext uri="{FF2B5EF4-FFF2-40B4-BE49-F238E27FC236}">
                  <a16:creationId xmlns:a16="http://schemas.microsoft.com/office/drawing/2014/main" id="{998014A3-62BB-C122-9380-CF10C0900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4" name="Oval 583">
              <a:extLst>
                <a:ext uri="{FF2B5EF4-FFF2-40B4-BE49-F238E27FC236}">
                  <a16:creationId xmlns:a16="http://schemas.microsoft.com/office/drawing/2014/main" id="{3497931A-AB60-29B7-01EC-D84C42EC8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5" name="Freeform 584">
              <a:extLst>
                <a:ext uri="{FF2B5EF4-FFF2-40B4-BE49-F238E27FC236}">
                  <a16:creationId xmlns:a16="http://schemas.microsoft.com/office/drawing/2014/main" id="{91E34648-6711-5DA0-D2B8-3CA2D0ED9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6" name="Freeform 585">
              <a:extLst>
                <a:ext uri="{FF2B5EF4-FFF2-40B4-BE49-F238E27FC236}">
                  <a16:creationId xmlns:a16="http://schemas.microsoft.com/office/drawing/2014/main" id="{D8FE6C3D-BDA5-8AF8-628D-69D0C34C6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7" name="Freeform 586">
              <a:extLst>
                <a:ext uri="{FF2B5EF4-FFF2-40B4-BE49-F238E27FC236}">
                  <a16:creationId xmlns:a16="http://schemas.microsoft.com/office/drawing/2014/main" id="{BF050303-E544-7B89-AE95-BE6C466C2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9" name="Freeform 598">
              <a:extLst>
                <a:ext uri="{FF2B5EF4-FFF2-40B4-BE49-F238E27FC236}">
                  <a16:creationId xmlns:a16="http://schemas.microsoft.com/office/drawing/2014/main" id="{87FA6D54-5462-F6A1-6591-A3A874BBB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0" name="Freeform 599">
              <a:extLst>
                <a:ext uri="{FF2B5EF4-FFF2-40B4-BE49-F238E27FC236}">
                  <a16:creationId xmlns:a16="http://schemas.microsoft.com/office/drawing/2014/main" id="{7A3BD8F2-BE30-E7C0-7EFE-A69C79068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1" name="Freeform 600">
              <a:extLst>
                <a:ext uri="{FF2B5EF4-FFF2-40B4-BE49-F238E27FC236}">
                  <a16:creationId xmlns:a16="http://schemas.microsoft.com/office/drawing/2014/main" id="{F1A9EE57-FA36-6089-4193-40C32E477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2" name="Freeform 601">
              <a:extLst>
                <a:ext uri="{FF2B5EF4-FFF2-40B4-BE49-F238E27FC236}">
                  <a16:creationId xmlns:a16="http://schemas.microsoft.com/office/drawing/2014/main" id="{FA3CEEE9-3B0D-5FA8-B007-F846A1D0E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3" name="Freeform 602">
              <a:extLst>
                <a:ext uri="{FF2B5EF4-FFF2-40B4-BE49-F238E27FC236}">
                  <a16:creationId xmlns:a16="http://schemas.microsoft.com/office/drawing/2014/main" id="{26D6FBCD-BAEC-896F-023C-8F8C008A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4" name="Oval 603">
              <a:extLst>
                <a:ext uri="{FF2B5EF4-FFF2-40B4-BE49-F238E27FC236}">
                  <a16:creationId xmlns:a16="http://schemas.microsoft.com/office/drawing/2014/main" id="{7518349F-8E72-EBE2-AA43-39072C0B0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5" name="Oval 604">
              <a:extLst>
                <a:ext uri="{FF2B5EF4-FFF2-40B4-BE49-F238E27FC236}">
                  <a16:creationId xmlns:a16="http://schemas.microsoft.com/office/drawing/2014/main" id="{7E13086A-B941-9586-5DB3-753B87420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6" name="Freeform 605">
              <a:extLst>
                <a:ext uri="{FF2B5EF4-FFF2-40B4-BE49-F238E27FC236}">
                  <a16:creationId xmlns:a16="http://schemas.microsoft.com/office/drawing/2014/main" id="{AF2044F4-5561-5334-4EC4-CD0B007A4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7" name="Freeform 606">
              <a:extLst>
                <a:ext uri="{FF2B5EF4-FFF2-40B4-BE49-F238E27FC236}">
                  <a16:creationId xmlns:a16="http://schemas.microsoft.com/office/drawing/2014/main" id="{6ED7E0EB-F7AA-C94D-6290-F9A1BD35C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726" name="Grupo 725">
            <a:extLst>
              <a:ext uri="{FF2B5EF4-FFF2-40B4-BE49-F238E27FC236}">
                <a16:creationId xmlns:a16="http://schemas.microsoft.com/office/drawing/2014/main" id="{8AEAD75F-E030-ABB7-BF13-67DF1095B02D}"/>
              </a:ext>
            </a:extLst>
          </p:cNvPr>
          <p:cNvGrpSpPr/>
          <p:nvPr userDrawn="1"/>
        </p:nvGrpSpPr>
        <p:grpSpPr>
          <a:xfrm flipH="1">
            <a:off x="8057475" y="4108380"/>
            <a:ext cx="1507863" cy="1510278"/>
            <a:chOff x="39184" y="-151930"/>
            <a:chExt cx="1309806" cy="1311904"/>
          </a:xfrm>
          <a:solidFill>
            <a:schemeClr val="accent1"/>
          </a:solidFill>
        </p:grpSpPr>
        <p:sp>
          <p:nvSpPr>
            <p:cNvPr id="727" name="Oval 357">
              <a:extLst>
                <a:ext uri="{FF2B5EF4-FFF2-40B4-BE49-F238E27FC236}">
                  <a16:creationId xmlns:a16="http://schemas.microsoft.com/office/drawing/2014/main" id="{57F9FB95-FEF0-3E40-CAE7-9F8FF9014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8" name="Freeform 358">
              <a:extLst>
                <a:ext uri="{FF2B5EF4-FFF2-40B4-BE49-F238E27FC236}">
                  <a16:creationId xmlns:a16="http://schemas.microsoft.com/office/drawing/2014/main" id="{743D8CD9-549E-4248-7AC1-EDEB0777B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9" name="Freeform 359">
              <a:extLst>
                <a:ext uri="{FF2B5EF4-FFF2-40B4-BE49-F238E27FC236}">
                  <a16:creationId xmlns:a16="http://schemas.microsoft.com/office/drawing/2014/main" id="{E194F68E-3275-5EA1-AABB-08A3FB914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0" name="Freeform 360">
              <a:extLst>
                <a:ext uri="{FF2B5EF4-FFF2-40B4-BE49-F238E27FC236}">
                  <a16:creationId xmlns:a16="http://schemas.microsoft.com/office/drawing/2014/main" id="{C0E45018-DD97-552A-B104-CE7382A94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1" name="Freeform 361">
              <a:extLst>
                <a:ext uri="{FF2B5EF4-FFF2-40B4-BE49-F238E27FC236}">
                  <a16:creationId xmlns:a16="http://schemas.microsoft.com/office/drawing/2014/main" id="{A42610D8-5103-906D-8914-3600E3B36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2" name="Freeform 362">
              <a:extLst>
                <a:ext uri="{FF2B5EF4-FFF2-40B4-BE49-F238E27FC236}">
                  <a16:creationId xmlns:a16="http://schemas.microsoft.com/office/drawing/2014/main" id="{98D2637C-6F70-5295-585F-6BF299BF0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3" name="Freeform 363">
              <a:extLst>
                <a:ext uri="{FF2B5EF4-FFF2-40B4-BE49-F238E27FC236}">
                  <a16:creationId xmlns:a16="http://schemas.microsoft.com/office/drawing/2014/main" id="{A7D166C4-A63C-0E72-E65E-F766AB9C4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4" name="Freeform 364">
              <a:extLst>
                <a:ext uri="{FF2B5EF4-FFF2-40B4-BE49-F238E27FC236}">
                  <a16:creationId xmlns:a16="http://schemas.microsoft.com/office/drawing/2014/main" id="{5A29841F-659F-760C-C485-85415BC4F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5" name="Freeform 365">
              <a:extLst>
                <a:ext uri="{FF2B5EF4-FFF2-40B4-BE49-F238E27FC236}">
                  <a16:creationId xmlns:a16="http://schemas.microsoft.com/office/drawing/2014/main" id="{A0614BB2-58F4-231B-B298-57DB4C3F6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6" name="Freeform 377">
              <a:extLst>
                <a:ext uri="{FF2B5EF4-FFF2-40B4-BE49-F238E27FC236}">
                  <a16:creationId xmlns:a16="http://schemas.microsoft.com/office/drawing/2014/main" id="{14A0869D-131C-78F8-D6B7-F86CAE704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7" name="Freeform 378">
              <a:extLst>
                <a:ext uri="{FF2B5EF4-FFF2-40B4-BE49-F238E27FC236}">
                  <a16:creationId xmlns:a16="http://schemas.microsoft.com/office/drawing/2014/main" id="{A5DEF6A9-B587-998F-44D5-3369A3669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8" name="Oval 379">
              <a:extLst>
                <a:ext uri="{FF2B5EF4-FFF2-40B4-BE49-F238E27FC236}">
                  <a16:creationId xmlns:a16="http://schemas.microsoft.com/office/drawing/2014/main" id="{16D5D41E-45E8-9A14-C200-076B167BE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9" name="Oval 380">
              <a:extLst>
                <a:ext uri="{FF2B5EF4-FFF2-40B4-BE49-F238E27FC236}">
                  <a16:creationId xmlns:a16="http://schemas.microsoft.com/office/drawing/2014/main" id="{C822B7E5-3FAA-7033-3371-1711C10D4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0" name="Freeform 381">
              <a:extLst>
                <a:ext uri="{FF2B5EF4-FFF2-40B4-BE49-F238E27FC236}">
                  <a16:creationId xmlns:a16="http://schemas.microsoft.com/office/drawing/2014/main" id="{D4414924-3BE1-DB0F-91F0-3F4A4E0ED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1" name="Freeform 382">
              <a:extLst>
                <a:ext uri="{FF2B5EF4-FFF2-40B4-BE49-F238E27FC236}">
                  <a16:creationId xmlns:a16="http://schemas.microsoft.com/office/drawing/2014/main" id="{6D1E8881-FE1D-C082-8980-818A3F6EF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2" name="Freeform 383">
              <a:extLst>
                <a:ext uri="{FF2B5EF4-FFF2-40B4-BE49-F238E27FC236}">
                  <a16:creationId xmlns:a16="http://schemas.microsoft.com/office/drawing/2014/main" id="{A39DF565-2CBB-B41A-5B00-31AF74555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3" name="Freeform 384">
              <a:extLst>
                <a:ext uri="{FF2B5EF4-FFF2-40B4-BE49-F238E27FC236}">
                  <a16:creationId xmlns:a16="http://schemas.microsoft.com/office/drawing/2014/main" id="{A557B075-ED19-AD34-20E0-5CFA2055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4" name="Freeform 385">
              <a:extLst>
                <a:ext uri="{FF2B5EF4-FFF2-40B4-BE49-F238E27FC236}">
                  <a16:creationId xmlns:a16="http://schemas.microsoft.com/office/drawing/2014/main" id="{0F906F40-1849-C3C1-5489-1C7188F04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5" name="Freeform 397">
              <a:extLst>
                <a:ext uri="{FF2B5EF4-FFF2-40B4-BE49-F238E27FC236}">
                  <a16:creationId xmlns:a16="http://schemas.microsoft.com/office/drawing/2014/main" id="{A63E48D6-D7A2-3A1B-21DC-17EBC92C1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6" name="Freeform 398">
              <a:extLst>
                <a:ext uri="{FF2B5EF4-FFF2-40B4-BE49-F238E27FC236}">
                  <a16:creationId xmlns:a16="http://schemas.microsoft.com/office/drawing/2014/main" id="{D67F21DB-3F64-730D-1C3B-DDA4F2083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7" name="Oval 399">
              <a:extLst>
                <a:ext uri="{FF2B5EF4-FFF2-40B4-BE49-F238E27FC236}">
                  <a16:creationId xmlns:a16="http://schemas.microsoft.com/office/drawing/2014/main" id="{B7C6BA60-3579-CBF4-B4F0-2CEA31C11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8" name="Oval 400">
              <a:extLst>
                <a:ext uri="{FF2B5EF4-FFF2-40B4-BE49-F238E27FC236}">
                  <a16:creationId xmlns:a16="http://schemas.microsoft.com/office/drawing/2014/main" id="{8895C11B-5FA1-AA3B-7ED2-00867CBAE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9" name="Freeform 401">
              <a:extLst>
                <a:ext uri="{FF2B5EF4-FFF2-40B4-BE49-F238E27FC236}">
                  <a16:creationId xmlns:a16="http://schemas.microsoft.com/office/drawing/2014/main" id="{972F5191-A3C3-7482-94ED-3E7313E53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0" name="Freeform 402">
              <a:extLst>
                <a:ext uri="{FF2B5EF4-FFF2-40B4-BE49-F238E27FC236}">
                  <a16:creationId xmlns:a16="http://schemas.microsoft.com/office/drawing/2014/main" id="{E8DD4D72-C6A3-7849-4D17-CFBA49F18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1" name="Freeform 403">
              <a:extLst>
                <a:ext uri="{FF2B5EF4-FFF2-40B4-BE49-F238E27FC236}">
                  <a16:creationId xmlns:a16="http://schemas.microsoft.com/office/drawing/2014/main" id="{A107A2DB-DEE6-834F-7D6A-0A96D3061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2" name="Freeform 404">
              <a:extLst>
                <a:ext uri="{FF2B5EF4-FFF2-40B4-BE49-F238E27FC236}">
                  <a16:creationId xmlns:a16="http://schemas.microsoft.com/office/drawing/2014/main" id="{C6EF5B9B-E144-7309-78AB-A97E4D36B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3" name="Freeform 405">
              <a:extLst>
                <a:ext uri="{FF2B5EF4-FFF2-40B4-BE49-F238E27FC236}">
                  <a16:creationId xmlns:a16="http://schemas.microsoft.com/office/drawing/2014/main" id="{645C1517-D7E6-7D0D-7D08-33FFCB054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4" name="Freeform 418">
              <a:extLst>
                <a:ext uri="{FF2B5EF4-FFF2-40B4-BE49-F238E27FC236}">
                  <a16:creationId xmlns:a16="http://schemas.microsoft.com/office/drawing/2014/main" id="{A8098AA2-1D3B-A49B-8FF8-318789526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5" name="Freeform 419">
              <a:extLst>
                <a:ext uri="{FF2B5EF4-FFF2-40B4-BE49-F238E27FC236}">
                  <a16:creationId xmlns:a16="http://schemas.microsoft.com/office/drawing/2014/main" id="{92D20F75-8D76-A0F7-FA0B-75D079A64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6" name="Freeform 420">
              <a:extLst>
                <a:ext uri="{FF2B5EF4-FFF2-40B4-BE49-F238E27FC236}">
                  <a16:creationId xmlns:a16="http://schemas.microsoft.com/office/drawing/2014/main" id="{146A4FFB-BA9D-F2BA-16ED-030AD121A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7" name="Freeform 421">
              <a:extLst>
                <a:ext uri="{FF2B5EF4-FFF2-40B4-BE49-F238E27FC236}">
                  <a16:creationId xmlns:a16="http://schemas.microsoft.com/office/drawing/2014/main" id="{C63317DD-89EA-7D1B-1589-F14D80E03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8" name="Freeform 422">
              <a:extLst>
                <a:ext uri="{FF2B5EF4-FFF2-40B4-BE49-F238E27FC236}">
                  <a16:creationId xmlns:a16="http://schemas.microsoft.com/office/drawing/2014/main" id="{4B82967F-8999-D8B1-B5BA-818447216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9" name="Oval 423">
              <a:extLst>
                <a:ext uri="{FF2B5EF4-FFF2-40B4-BE49-F238E27FC236}">
                  <a16:creationId xmlns:a16="http://schemas.microsoft.com/office/drawing/2014/main" id="{B6C9D904-DD21-09CA-7332-000925DF5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0" name="Freeform 424">
              <a:extLst>
                <a:ext uri="{FF2B5EF4-FFF2-40B4-BE49-F238E27FC236}">
                  <a16:creationId xmlns:a16="http://schemas.microsoft.com/office/drawing/2014/main" id="{FF1D175F-9F0B-EB36-87DE-84BB2426B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1" name="Freeform 425">
              <a:extLst>
                <a:ext uri="{FF2B5EF4-FFF2-40B4-BE49-F238E27FC236}">
                  <a16:creationId xmlns:a16="http://schemas.microsoft.com/office/drawing/2014/main" id="{54D8241B-7EC7-FD8E-3959-A8E642807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2" name="Freeform 426">
              <a:extLst>
                <a:ext uri="{FF2B5EF4-FFF2-40B4-BE49-F238E27FC236}">
                  <a16:creationId xmlns:a16="http://schemas.microsoft.com/office/drawing/2014/main" id="{A4AB88A2-D65F-51AA-7D41-FC35EA03D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3" name="Freeform 438">
              <a:extLst>
                <a:ext uri="{FF2B5EF4-FFF2-40B4-BE49-F238E27FC236}">
                  <a16:creationId xmlns:a16="http://schemas.microsoft.com/office/drawing/2014/main" id="{604CD49E-9D34-4D68-4397-DB25478A9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4" name="Freeform 439">
              <a:extLst>
                <a:ext uri="{FF2B5EF4-FFF2-40B4-BE49-F238E27FC236}">
                  <a16:creationId xmlns:a16="http://schemas.microsoft.com/office/drawing/2014/main" id="{611E68C7-8E99-2A83-5148-C9A785F4E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5" name="Freeform 440">
              <a:extLst>
                <a:ext uri="{FF2B5EF4-FFF2-40B4-BE49-F238E27FC236}">
                  <a16:creationId xmlns:a16="http://schemas.microsoft.com/office/drawing/2014/main" id="{0D6A313E-697B-A60A-0320-7C97104FB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6" name="Freeform 441">
              <a:extLst>
                <a:ext uri="{FF2B5EF4-FFF2-40B4-BE49-F238E27FC236}">
                  <a16:creationId xmlns:a16="http://schemas.microsoft.com/office/drawing/2014/main" id="{6253362F-AEC1-C8CC-EE1F-52908C6DB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7" name="Freeform 442">
              <a:extLst>
                <a:ext uri="{FF2B5EF4-FFF2-40B4-BE49-F238E27FC236}">
                  <a16:creationId xmlns:a16="http://schemas.microsoft.com/office/drawing/2014/main" id="{0512AA44-F8D4-5743-70A4-F447A4DD1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8" name="Oval 443">
              <a:extLst>
                <a:ext uri="{FF2B5EF4-FFF2-40B4-BE49-F238E27FC236}">
                  <a16:creationId xmlns:a16="http://schemas.microsoft.com/office/drawing/2014/main" id="{AA7D2806-2C40-0F92-29B6-A866436EC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9" name="Oval 444">
              <a:extLst>
                <a:ext uri="{FF2B5EF4-FFF2-40B4-BE49-F238E27FC236}">
                  <a16:creationId xmlns:a16="http://schemas.microsoft.com/office/drawing/2014/main" id="{1CAC8C45-9AE4-5E5A-F110-31F37C9E5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0" name="Freeform 445">
              <a:extLst>
                <a:ext uri="{FF2B5EF4-FFF2-40B4-BE49-F238E27FC236}">
                  <a16:creationId xmlns:a16="http://schemas.microsoft.com/office/drawing/2014/main" id="{EE09C8B8-D369-42EE-0379-E45D547E7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1" name="Freeform 446">
              <a:extLst>
                <a:ext uri="{FF2B5EF4-FFF2-40B4-BE49-F238E27FC236}">
                  <a16:creationId xmlns:a16="http://schemas.microsoft.com/office/drawing/2014/main" id="{D581A0CB-C441-79A7-826A-DAC53D851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2" name="Freeform 458">
              <a:extLst>
                <a:ext uri="{FF2B5EF4-FFF2-40B4-BE49-F238E27FC236}">
                  <a16:creationId xmlns:a16="http://schemas.microsoft.com/office/drawing/2014/main" id="{8EEAD1B4-88AE-7197-0227-419B04AFD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3" name="Freeform 459">
              <a:extLst>
                <a:ext uri="{FF2B5EF4-FFF2-40B4-BE49-F238E27FC236}">
                  <a16:creationId xmlns:a16="http://schemas.microsoft.com/office/drawing/2014/main" id="{23EF815C-7A19-2111-E8BE-68A7CD889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4" name="Freeform 460">
              <a:extLst>
                <a:ext uri="{FF2B5EF4-FFF2-40B4-BE49-F238E27FC236}">
                  <a16:creationId xmlns:a16="http://schemas.microsoft.com/office/drawing/2014/main" id="{6A054086-331B-CF30-5482-5D0C5FBCE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5" name="Freeform 461">
              <a:extLst>
                <a:ext uri="{FF2B5EF4-FFF2-40B4-BE49-F238E27FC236}">
                  <a16:creationId xmlns:a16="http://schemas.microsoft.com/office/drawing/2014/main" id="{D43B3748-03FB-1568-9279-C41C76194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6" name="Freeform 462">
              <a:extLst>
                <a:ext uri="{FF2B5EF4-FFF2-40B4-BE49-F238E27FC236}">
                  <a16:creationId xmlns:a16="http://schemas.microsoft.com/office/drawing/2014/main" id="{CEAA486D-A12C-6648-183F-842EFB601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7" name="Freeform 463">
              <a:extLst>
                <a:ext uri="{FF2B5EF4-FFF2-40B4-BE49-F238E27FC236}">
                  <a16:creationId xmlns:a16="http://schemas.microsoft.com/office/drawing/2014/main" id="{566508DC-F286-E02E-F2D1-8DC732366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8" name="Freeform 464">
              <a:extLst>
                <a:ext uri="{FF2B5EF4-FFF2-40B4-BE49-F238E27FC236}">
                  <a16:creationId xmlns:a16="http://schemas.microsoft.com/office/drawing/2014/main" id="{A1B45AA7-8523-1106-46E5-CCE0D084C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9" name="Freeform 465">
              <a:extLst>
                <a:ext uri="{FF2B5EF4-FFF2-40B4-BE49-F238E27FC236}">
                  <a16:creationId xmlns:a16="http://schemas.microsoft.com/office/drawing/2014/main" id="{A880358E-2A84-401A-F81B-5D4076580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0" name="Freeform 466">
              <a:extLst>
                <a:ext uri="{FF2B5EF4-FFF2-40B4-BE49-F238E27FC236}">
                  <a16:creationId xmlns:a16="http://schemas.microsoft.com/office/drawing/2014/main" id="{E9AFDE13-61A9-8AEE-8D3A-BC45D4830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1" name="Freeform 478">
              <a:extLst>
                <a:ext uri="{FF2B5EF4-FFF2-40B4-BE49-F238E27FC236}">
                  <a16:creationId xmlns:a16="http://schemas.microsoft.com/office/drawing/2014/main" id="{B0DEC4AE-2C3A-C3BE-3454-0B92523EA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2" name="Freeform 479">
              <a:extLst>
                <a:ext uri="{FF2B5EF4-FFF2-40B4-BE49-F238E27FC236}">
                  <a16:creationId xmlns:a16="http://schemas.microsoft.com/office/drawing/2014/main" id="{B2C8B2EF-DCAC-EB53-9260-972986942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3" name="Freeform 480">
              <a:extLst>
                <a:ext uri="{FF2B5EF4-FFF2-40B4-BE49-F238E27FC236}">
                  <a16:creationId xmlns:a16="http://schemas.microsoft.com/office/drawing/2014/main" id="{38CD58CB-0D19-024F-9C19-91239BA6A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4" name="Freeform 481">
              <a:extLst>
                <a:ext uri="{FF2B5EF4-FFF2-40B4-BE49-F238E27FC236}">
                  <a16:creationId xmlns:a16="http://schemas.microsoft.com/office/drawing/2014/main" id="{D2D0D351-A7F0-90CB-91EF-059E02D2D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5" name="Freeform 482">
              <a:extLst>
                <a:ext uri="{FF2B5EF4-FFF2-40B4-BE49-F238E27FC236}">
                  <a16:creationId xmlns:a16="http://schemas.microsoft.com/office/drawing/2014/main" id="{6BAB85DE-4553-7D23-5113-9487BB2B4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6" name="Freeform 483">
              <a:extLst>
                <a:ext uri="{FF2B5EF4-FFF2-40B4-BE49-F238E27FC236}">
                  <a16:creationId xmlns:a16="http://schemas.microsoft.com/office/drawing/2014/main" id="{E29FD8D8-49A7-4107-17AB-FE6FEFB1B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7" name="Freeform 484">
              <a:extLst>
                <a:ext uri="{FF2B5EF4-FFF2-40B4-BE49-F238E27FC236}">
                  <a16:creationId xmlns:a16="http://schemas.microsoft.com/office/drawing/2014/main" id="{0F056C79-C4A3-7B53-5D53-75F43A2EF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8" name="Freeform 485">
              <a:extLst>
                <a:ext uri="{FF2B5EF4-FFF2-40B4-BE49-F238E27FC236}">
                  <a16:creationId xmlns:a16="http://schemas.microsoft.com/office/drawing/2014/main" id="{6E118A41-F102-9D02-2785-751664997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9" name="Oval 486">
              <a:extLst>
                <a:ext uri="{FF2B5EF4-FFF2-40B4-BE49-F238E27FC236}">
                  <a16:creationId xmlns:a16="http://schemas.microsoft.com/office/drawing/2014/main" id="{A54B37E2-7543-3754-8570-1F3FEBB04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0" name="Oval 498">
              <a:extLst>
                <a:ext uri="{FF2B5EF4-FFF2-40B4-BE49-F238E27FC236}">
                  <a16:creationId xmlns:a16="http://schemas.microsoft.com/office/drawing/2014/main" id="{18DB69E1-CA57-5952-8EC2-198125758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1" name="Oval 499">
              <a:extLst>
                <a:ext uri="{FF2B5EF4-FFF2-40B4-BE49-F238E27FC236}">
                  <a16:creationId xmlns:a16="http://schemas.microsoft.com/office/drawing/2014/main" id="{A216CEC0-74F5-9B32-EB1D-FEE06518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2" name="Freeform 500">
              <a:extLst>
                <a:ext uri="{FF2B5EF4-FFF2-40B4-BE49-F238E27FC236}">
                  <a16:creationId xmlns:a16="http://schemas.microsoft.com/office/drawing/2014/main" id="{C252CAEB-BBBA-3C03-1826-A55A3045C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3" name="Freeform 501">
              <a:extLst>
                <a:ext uri="{FF2B5EF4-FFF2-40B4-BE49-F238E27FC236}">
                  <a16:creationId xmlns:a16="http://schemas.microsoft.com/office/drawing/2014/main" id="{4FBA42FC-BAE1-B69C-6015-DFE73ACBE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4" name="Freeform 502">
              <a:extLst>
                <a:ext uri="{FF2B5EF4-FFF2-40B4-BE49-F238E27FC236}">
                  <a16:creationId xmlns:a16="http://schemas.microsoft.com/office/drawing/2014/main" id="{9BCF7193-658A-9E35-2555-03CDB8264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5" name="Freeform 503">
              <a:extLst>
                <a:ext uri="{FF2B5EF4-FFF2-40B4-BE49-F238E27FC236}">
                  <a16:creationId xmlns:a16="http://schemas.microsoft.com/office/drawing/2014/main" id="{C1C36DDB-04DF-0CC3-0A1E-5AECA6D7C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6" name="Freeform 504">
              <a:extLst>
                <a:ext uri="{FF2B5EF4-FFF2-40B4-BE49-F238E27FC236}">
                  <a16:creationId xmlns:a16="http://schemas.microsoft.com/office/drawing/2014/main" id="{85794CDB-7756-DF3A-ED48-0CC9D8694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7" name="Freeform 505">
              <a:extLst>
                <a:ext uri="{FF2B5EF4-FFF2-40B4-BE49-F238E27FC236}">
                  <a16:creationId xmlns:a16="http://schemas.microsoft.com/office/drawing/2014/main" id="{0FA68EB1-A7F7-FDDB-EDA5-74EB71123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8" name="Freeform 506">
              <a:extLst>
                <a:ext uri="{FF2B5EF4-FFF2-40B4-BE49-F238E27FC236}">
                  <a16:creationId xmlns:a16="http://schemas.microsoft.com/office/drawing/2014/main" id="{EDBDE501-767C-84D8-3DB9-639955B07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9" name="Oval 518">
              <a:extLst>
                <a:ext uri="{FF2B5EF4-FFF2-40B4-BE49-F238E27FC236}">
                  <a16:creationId xmlns:a16="http://schemas.microsoft.com/office/drawing/2014/main" id="{DCEECDF5-413B-E1D5-7417-E637A7C8C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0" name="Freeform 519">
              <a:extLst>
                <a:ext uri="{FF2B5EF4-FFF2-40B4-BE49-F238E27FC236}">
                  <a16:creationId xmlns:a16="http://schemas.microsoft.com/office/drawing/2014/main" id="{0F9A9E30-8373-E3E9-66C8-326136B2A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1" name="Freeform 520">
              <a:extLst>
                <a:ext uri="{FF2B5EF4-FFF2-40B4-BE49-F238E27FC236}">
                  <a16:creationId xmlns:a16="http://schemas.microsoft.com/office/drawing/2014/main" id="{C4FA1CC1-F62B-6489-FC3D-EE8AD8793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2" name="Freeform 521">
              <a:extLst>
                <a:ext uri="{FF2B5EF4-FFF2-40B4-BE49-F238E27FC236}">
                  <a16:creationId xmlns:a16="http://schemas.microsoft.com/office/drawing/2014/main" id="{BE0CD525-885E-4A6B-FD2A-A8AD59BAC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3" name="Freeform 522">
              <a:extLst>
                <a:ext uri="{FF2B5EF4-FFF2-40B4-BE49-F238E27FC236}">
                  <a16:creationId xmlns:a16="http://schemas.microsoft.com/office/drawing/2014/main" id="{A896EB60-36C1-E358-DEEB-7AD377B1C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4" name="Freeform 523">
              <a:extLst>
                <a:ext uri="{FF2B5EF4-FFF2-40B4-BE49-F238E27FC236}">
                  <a16:creationId xmlns:a16="http://schemas.microsoft.com/office/drawing/2014/main" id="{BFA3C3A6-77D2-0B7A-F98E-CE9DC351D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5" name="Freeform 524">
              <a:extLst>
                <a:ext uri="{FF2B5EF4-FFF2-40B4-BE49-F238E27FC236}">
                  <a16:creationId xmlns:a16="http://schemas.microsoft.com/office/drawing/2014/main" id="{4C767967-684A-8C05-4C81-D24F27375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6" name="Freeform 525">
              <a:extLst>
                <a:ext uri="{FF2B5EF4-FFF2-40B4-BE49-F238E27FC236}">
                  <a16:creationId xmlns:a16="http://schemas.microsoft.com/office/drawing/2014/main" id="{0A76146A-917E-A3F4-1DE2-074807D13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7" name="Freeform 526">
              <a:extLst>
                <a:ext uri="{FF2B5EF4-FFF2-40B4-BE49-F238E27FC236}">
                  <a16:creationId xmlns:a16="http://schemas.microsoft.com/office/drawing/2014/main" id="{40C00AF8-9061-81FF-9F42-5E310AF6C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8" name="Freeform 538">
              <a:extLst>
                <a:ext uri="{FF2B5EF4-FFF2-40B4-BE49-F238E27FC236}">
                  <a16:creationId xmlns:a16="http://schemas.microsoft.com/office/drawing/2014/main" id="{4C003E06-9588-1F4F-BDC4-68277633C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9" name="Freeform 539">
              <a:extLst>
                <a:ext uri="{FF2B5EF4-FFF2-40B4-BE49-F238E27FC236}">
                  <a16:creationId xmlns:a16="http://schemas.microsoft.com/office/drawing/2014/main" id="{AB44C031-3B0F-86EC-24AC-DCFB54637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0" name="Oval 540">
              <a:extLst>
                <a:ext uri="{FF2B5EF4-FFF2-40B4-BE49-F238E27FC236}">
                  <a16:creationId xmlns:a16="http://schemas.microsoft.com/office/drawing/2014/main" id="{B8028651-94A2-F4A9-D785-9DD1E0D41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1" name="Oval 541">
              <a:extLst>
                <a:ext uri="{FF2B5EF4-FFF2-40B4-BE49-F238E27FC236}">
                  <a16:creationId xmlns:a16="http://schemas.microsoft.com/office/drawing/2014/main" id="{74178A82-ABBD-840D-F12F-2AB07E423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2" name="Freeform 542">
              <a:extLst>
                <a:ext uri="{FF2B5EF4-FFF2-40B4-BE49-F238E27FC236}">
                  <a16:creationId xmlns:a16="http://schemas.microsoft.com/office/drawing/2014/main" id="{3AA37D1C-EE64-46EB-6B56-D841811CD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3" name="Freeform 543">
              <a:extLst>
                <a:ext uri="{FF2B5EF4-FFF2-40B4-BE49-F238E27FC236}">
                  <a16:creationId xmlns:a16="http://schemas.microsoft.com/office/drawing/2014/main" id="{5A27E7DF-FB11-0CB0-0639-BE9F6DC33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4" name="Freeform 544">
              <a:extLst>
                <a:ext uri="{FF2B5EF4-FFF2-40B4-BE49-F238E27FC236}">
                  <a16:creationId xmlns:a16="http://schemas.microsoft.com/office/drawing/2014/main" id="{02216471-1B41-4590-064C-5D703A42E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5" name="Freeform 545">
              <a:extLst>
                <a:ext uri="{FF2B5EF4-FFF2-40B4-BE49-F238E27FC236}">
                  <a16:creationId xmlns:a16="http://schemas.microsoft.com/office/drawing/2014/main" id="{E09ADC0C-35DD-AD03-D2D4-9627363F2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6" name="Freeform 546">
              <a:extLst>
                <a:ext uri="{FF2B5EF4-FFF2-40B4-BE49-F238E27FC236}">
                  <a16:creationId xmlns:a16="http://schemas.microsoft.com/office/drawing/2014/main" id="{8376FA6B-5D0B-4193-1F35-932CE1E97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7" name="Freeform 558">
              <a:extLst>
                <a:ext uri="{FF2B5EF4-FFF2-40B4-BE49-F238E27FC236}">
                  <a16:creationId xmlns:a16="http://schemas.microsoft.com/office/drawing/2014/main" id="{0A029C7D-ED04-6BE6-5343-D6DBAE0D2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8" name="Freeform 559">
              <a:extLst>
                <a:ext uri="{FF2B5EF4-FFF2-40B4-BE49-F238E27FC236}">
                  <a16:creationId xmlns:a16="http://schemas.microsoft.com/office/drawing/2014/main" id="{19A7BBCD-0D72-86B7-5392-97D50E728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9" name="Oval 560">
              <a:extLst>
                <a:ext uri="{FF2B5EF4-FFF2-40B4-BE49-F238E27FC236}">
                  <a16:creationId xmlns:a16="http://schemas.microsoft.com/office/drawing/2014/main" id="{6CE8A130-6140-18BB-D750-3813959A1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0" name="Oval 561">
              <a:extLst>
                <a:ext uri="{FF2B5EF4-FFF2-40B4-BE49-F238E27FC236}">
                  <a16:creationId xmlns:a16="http://schemas.microsoft.com/office/drawing/2014/main" id="{F1FD4FE4-07AA-318E-F672-D4FB755A0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1" name="Freeform 562">
              <a:extLst>
                <a:ext uri="{FF2B5EF4-FFF2-40B4-BE49-F238E27FC236}">
                  <a16:creationId xmlns:a16="http://schemas.microsoft.com/office/drawing/2014/main" id="{F0CC6463-BC30-FEB5-2095-C34D40E63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2" name="Freeform 563">
              <a:extLst>
                <a:ext uri="{FF2B5EF4-FFF2-40B4-BE49-F238E27FC236}">
                  <a16:creationId xmlns:a16="http://schemas.microsoft.com/office/drawing/2014/main" id="{B87D7174-3DE5-75C2-40C0-0752B3DC7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3" name="Freeform 564">
              <a:extLst>
                <a:ext uri="{FF2B5EF4-FFF2-40B4-BE49-F238E27FC236}">
                  <a16:creationId xmlns:a16="http://schemas.microsoft.com/office/drawing/2014/main" id="{4C6BED71-958E-4C5A-EF47-2165F2768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4" name="Freeform 565">
              <a:extLst>
                <a:ext uri="{FF2B5EF4-FFF2-40B4-BE49-F238E27FC236}">
                  <a16:creationId xmlns:a16="http://schemas.microsoft.com/office/drawing/2014/main" id="{C84E0CE3-2C26-C3C9-604B-9D1C91F40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5" name="Freeform 566">
              <a:extLst>
                <a:ext uri="{FF2B5EF4-FFF2-40B4-BE49-F238E27FC236}">
                  <a16:creationId xmlns:a16="http://schemas.microsoft.com/office/drawing/2014/main" id="{3CBBF25B-2A11-236C-2394-9F67BE5E0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6" name="Freeform 578">
              <a:extLst>
                <a:ext uri="{FF2B5EF4-FFF2-40B4-BE49-F238E27FC236}">
                  <a16:creationId xmlns:a16="http://schemas.microsoft.com/office/drawing/2014/main" id="{E57AC27F-36E5-34D7-DECF-3D5CDEE14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7" name="Freeform 579">
              <a:extLst>
                <a:ext uri="{FF2B5EF4-FFF2-40B4-BE49-F238E27FC236}">
                  <a16:creationId xmlns:a16="http://schemas.microsoft.com/office/drawing/2014/main" id="{03DBC08B-8F50-A9C1-1A6F-293C4C2B8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8" name="Freeform 580">
              <a:extLst>
                <a:ext uri="{FF2B5EF4-FFF2-40B4-BE49-F238E27FC236}">
                  <a16:creationId xmlns:a16="http://schemas.microsoft.com/office/drawing/2014/main" id="{BC2052BD-D7D6-4761-FC11-34D981DFA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9" name="Freeform 581">
              <a:extLst>
                <a:ext uri="{FF2B5EF4-FFF2-40B4-BE49-F238E27FC236}">
                  <a16:creationId xmlns:a16="http://schemas.microsoft.com/office/drawing/2014/main" id="{1A2DB9DD-E623-21F9-B33A-75BAEAC71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0" name="Freeform 582">
              <a:extLst>
                <a:ext uri="{FF2B5EF4-FFF2-40B4-BE49-F238E27FC236}">
                  <a16:creationId xmlns:a16="http://schemas.microsoft.com/office/drawing/2014/main" id="{D84F6333-54EA-A998-6653-89220EB77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1" name="Oval 583">
              <a:extLst>
                <a:ext uri="{FF2B5EF4-FFF2-40B4-BE49-F238E27FC236}">
                  <a16:creationId xmlns:a16="http://schemas.microsoft.com/office/drawing/2014/main" id="{C13B34D1-0140-B970-2FC2-C90D7040F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2" name="Freeform 584">
              <a:extLst>
                <a:ext uri="{FF2B5EF4-FFF2-40B4-BE49-F238E27FC236}">
                  <a16:creationId xmlns:a16="http://schemas.microsoft.com/office/drawing/2014/main" id="{3BD7B897-721A-7588-EF0D-86A79DA53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3" name="Freeform 585">
              <a:extLst>
                <a:ext uri="{FF2B5EF4-FFF2-40B4-BE49-F238E27FC236}">
                  <a16:creationId xmlns:a16="http://schemas.microsoft.com/office/drawing/2014/main" id="{BA81557E-24E5-5C27-7024-E41F44742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4" name="Freeform 586">
              <a:extLst>
                <a:ext uri="{FF2B5EF4-FFF2-40B4-BE49-F238E27FC236}">
                  <a16:creationId xmlns:a16="http://schemas.microsoft.com/office/drawing/2014/main" id="{42B1498C-D3C3-55B4-87D4-A4DEC06C3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5" name="Freeform 598">
              <a:extLst>
                <a:ext uri="{FF2B5EF4-FFF2-40B4-BE49-F238E27FC236}">
                  <a16:creationId xmlns:a16="http://schemas.microsoft.com/office/drawing/2014/main" id="{104A5A03-8D87-200D-5966-C793DD011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6" name="Freeform 599">
              <a:extLst>
                <a:ext uri="{FF2B5EF4-FFF2-40B4-BE49-F238E27FC236}">
                  <a16:creationId xmlns:a16="http://schemas.microsoft.com/office/drawing/2014/main" id="{B1FFD565-27B6-A049-F1E6-8213ED184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7" name="Freeform 600">
              <a:extLst>
                <a:ext uri="{FF2B5EF4-FFF2-40B4-BE49-F238E27FC236}">
                  <a16:creationId xmlns:a16="http://schemas.microsoft.com/office/drawing/2014/main" id="{24D2FA42-9146-AC7E-3AC5-862BE2515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8" name="Freeform 601">
              <a:extLst>
                <a:ext uri="{FF2B5EF4-FFF2-40B4-BE49-F238E27FC236}">
                  <a16:creationId xmlns:a16="http://schemas.microsoft.com/office/drawing/2014/main" id="{7D63A218-AF72-E8EF-CF84-50A422EF0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9" name="Freeform 602">
              <a:extLst>
                <a:ext uri="{FF2B5EF4-FFF2-40B4-BE49-F238E27FC236}">
                  <a16:creationId xmlns:a16="http://schemas.microsoft.com/office/drawing/2014/main" id="{1A8D5E33-51A1-37E1-222F-D8AA37812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0" name="Oval 603">
              <a:extLst>
                <a:ext uri="{FF2B5EF4-FFF2-40B4-BE49-F238E27FC236}">
                  <a16:creationId xmlns:a16="http://schemas.microsoft.com/office/drawing/2014/main" id="{C65BA35B-0CDB-6380-B999-0BBA6CA9B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1" name="Oval 604">
              <a:extLst>
                <a:ext uri="{FF2B5EF4-FFF2-40B4-BE49-F238E27FC236}">
                  <a16:creationId xmlns:a16="http://schemas.microsoft.com/office/drawing/2014/main" id="{632C896F-300C-9048-CBE3-53236D8F2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2" name="Freeform 605">
              <a:extLst>
                <a:ext uri="{FF2B5EF4-FFF2-40B4-BE49-F238E27FC236}">
                  <a16:creationId xmlns:a16="http://schemas.microsoft.com/office/drawing/2014/main" id="{5730EF15-667E-31D8-D72E-6C6C478BC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3" name="Freeform 606">
              <a:extLst>
                <a:ext uri="{FF2B5EF4-FFF2-40B4-BE49-F238E27FC236}">
                  <a16:creationId xmlns:a16="http://schemas.microsoft.com/office/drawing/2014/main" id="{273A069F-ED99-7ED6-BBF6-86D91D96C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16"/>
          <p:cNvSpPr txBox="1">
            <a:spLocks noGrp="1"/>
          </p:cNvSpPr>
          <p:nvPr>
            <p:ph type="body" idx="1"/>
          </p:nvPr>
        </p:nvSpPr>
        <p:spPr>
          <a:xfrm>
            <a:off x="723900" y="1250612"/>
            <a:ext cx="7696200" cy="323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66" name="Freeform 881">
            <a:extLst>
              <a:ext uri="{FF2B5EF4-FFF2-40B4-BE49-F238E27FC236}">
                <a16:creationId xmlns:a16="http://schemas.microsoft.com/office/drawing/2014/main" id="{C1A3DF21-6CEA-2CB9-F404-CC8E1F386733}"/>
              </a:ext>
            </a:extLst>
          </p:cNvPr>
          <p:cNvSpPr>
            <a:spLocks/>
          </p:cNvSpPr>
          <p:nvPr userDrawn="1"/>
        </p:nvSpPr>
        <p:spPr bwMode="auto">
          <a:xfrm>
            <a:off x="8403036" y="4402536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67" name="Freeform 352">
            <a:extLst>
              <a:ext uri="{FF2B5EF4-FFF2-40B4-BE49-F238E27FC236}">
                <a16:creationId xmlns:a16="http://schemas.microsoft.com/office/drawing/2014/main" id="{996B810B-31F0-C91D-ED29-A63315914A07}"/>
              </a:ext>
            </a:extLst>
          </p:cNvPr>
          <p:cNvSpPr>
            <a:spLocks/>
          </p:cNvSpPr>
          <p:nvPr userDrawn="1"/>
        </p:nvSpPr>
        <p:spPr bwMode="auto">
          <a:xfrm>
            <a:off x="-1093603" y="3011591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grpSp>
        <p:nvGrpSpPr>
          <p:cNvPr id="268" name="Grupo 267">
            <a:extLst>
              <a:ext uri="{FF2B5EF4-FFF2-40B4-BE49-F238E27FC236}">
                <a16:creationId xmlns:a16="http://schemas.microsoft.com/office/drawing/2014/main" id="{3894EBA3-744F-3C64-6B76-9338D1A6AFAC}"/>
              </a:ext>
            </a:extLst>
          </p:cNvPr>
          <p:cNvGrpSpPr/>
          <p:nvPr userDrawn="1"/>
        </p:nvGrpSpPr>
        <p:grpSpPr>
          <a:xfrm>
            <a:off x="8335771" y="-708522"/>
            <a:ext cx="1507863" cy="1510278"/>
            <a:chOff x="39184" y="-151930"/>
            <a:chExt cx="1309806" cy="1311904"/>
          </a:xfrm>
          <a:solidFill>
            <a:schemeClr val="accent1"/>
          </a:solidFill>
        </p:grpSpPr>
        <p:sp>
          <p:nvSpPr>
            <p:cNvPr id="269" name="Oval 357">
              <a:extLst>
                <a:ext uri="{FF2B5EF4-FFF2-40B4-BE49-F238E27FC236}">
                  <a16:creationId xmlns:a16="http://schemas.microsoft.com/office/drawing/2014/main" id="{F242B324-8BED-85E8-4B2A-9C437C8D0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0" name="Freeform 358">
              <a:extLst>
                <a:ext uri="{FF2B5EF4-FFF2-40B4-BE49-F238E27FC236}">
                  <a16:creationId xmlns:a16="http://schemas.microsoft.com/office/drawing/2014/main" id="{9BAD0847-CAE3-30DA-838E-C4825090C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1" name="Freeform 359">
              <a:extLst>
                <a:ext uri="{FF2B5EF4-FFF2-40B4-BE49-F238E27FC236}">
                  <a16:creationId xmlns:a16="http://schemas.microsoft.com/office/drawing/2014/main" id="{BD4E88AE-B8D8-567C-9CBF-8368DA589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2" name="Freeform 360">
              <a:extLst>
                <a:ext uri="{FF2B5EF4-FFF2-40B4-BE49-F238E27FC236}">
                  <a16:creationId xmlns:a16="http://schemas.microsoft.com/office/drawing/2014/main" id="{20C88ED9-8C48-564B-E728-E27CD2E04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3" name="Freeform 361">
              <a:extLst>
                <a:ext uri="{FF2B5EF4-FFF2-40B4-BE49-F238E27FC236}">
                  <a16:creationId xmlns:a16="http://schemas.microsoft.com/office/drawing/2014/main" id="{4E744688-A3F4-F728-72F1-A892EDF4A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4" name="Freeform 362">
              <a:extLst>
                <a:ext uri="{FF2B5EF4-FFF2-40B4-BE49-F238E27FC236}">
                  <a16:creationId xmlns:a16="http://schemas.microsoft.com/office/drawing/2014/main" id="{559F39CD-529D-2646-AD4C-B25F2329D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5" name="Freeform 363">
              <a:extLst>
                <a:ext uri="{FF2B5EF4-FFF2-40B4-BE49-F238E27FC236}">
                  <a16:creationId xmlns:a16="http://schemas.microsoft.com/office/drawing/2014/main" id="{F0389133-C85E-7D18-3238-DB4E223A0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6" name="Freeform 364">
              <a:extLst>
                <a:ext uri="{FF2B5EF4-FFF2-40B4-BE49-F238E27FC236}">
                  <a16:creationId xmlns:a16="http://schemas.microsoft.com/office/drawing/2014/main" id="{4ECA822A-B912-BF52-9DF6-E0412EC20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7" name="Freeform 365">
              <a:extLst>
                <a:ext uri="{FF2B5EF4-FFF2-40B4-BE49-F238E27FC236}">
                  <a16:creationId xmlns:a16="http://schemas.microsoft.com/office/drawing/2014/main" id="{643962FF-48EE-5418-947B-E66486D6D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8" name="Freeform 377">
              <a:extLst>
                <a:ext uri="{FF2B5EF4-FFF2-40B4-BE49-F238E27FC236}">
                  <a16:creationId xmlns:a16="http://schemas.microsoft.com/office/drawing/2014/main" id="{8B49A5AC-3B46-AFE6-8F33-D58459709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9" name="Freeform 378">
              <a:extLst>
                <a:ext uri="{FF2B5EF4-FFF2-40B4-BE49-F238E27FC236}">
                  <a16:creationId xmlns:a16="http://schemas.microsoft.com/office/drawing/2014/main" id="{ECA1737E-E7B4-B322-3B84-87D428796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0" name="Oval 379">
              <a:extLst>
                <a:ext uri="{FF2B5EF4-FFF2-40B4-BE49-F238E27FC236}">
                  <a16:creationId xmlns:a16="http://schemas.microsoft.com/office/drawing/2014/main" id="{CB65C18C-C9AE-28BD-12E1-DABCF7E6A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1" name="Oval 380">
              <a:extLst>
                <a:ext uri="{FF2B5EF4-FFF2-40B4-BE49-F238E27FC236}">
                  <a16:creationId xmlns:a16="http://schemas.microsoft.com/office/drawing/2014/main" id="{9F425680-C4AA-463B-B0A6-9DDDED059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2" name="Freeform 381">
              <a:extLst>
                <a:ext uri="{FF2B5EF4-FFF2-40B4-BE49-F238E27FC236}">
                  <a16:creationId xmlns:a16="http://schemas.microsoft.com/office/drawing/2014/main" id="{4467B130-E1D0-A868-3814-D575501FF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3" name="Freeform 382">
              <a:extLst>
                <a:ext uri="{FF2B5EF4-FFF2-40B4-BE49-F238E27FC236}">
                  <a16:creationId xmlns:a16="http://schemas.microsoft.com/office/drawing/2014/main" id="{19CF19C4-0D4C-ED36-6E8C-8379A104D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4" name="Freeform 383">
              <a:extLst>
                <a:ext uri="{FF2B5EF4-FFF2-40B4-BE49-F238E27FC236}">
                  <a16:creationId xmlns:a16="http://schemas.microsoft.com/office/drawing/2014/main" id="{EA0F6229-D0F8-8E0F-40D9-8836FB740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5" name="Freeform 384">
              <a:extLst>
                <a:ext uri="{FF2B5EF4-FFF2-40B4-BE49-F238E27FC236}">
                  <a16:creationId xmlns:a16="http://schemas.microsoft.com/office/drawing/2014/main" id="{13DCCD00-C8A9-92F2-00A6-D9B18CF08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6" name="Freeform 385">
              <a:extLst>
                <a:ext uri="{FF2B5EF4-FFF2-40B4-BE49-F238E27FC236}">
                  <a16:creationId xmlns:a16="http://schemas.microsoft.com/office/drawing/2014/main" id="{3AC505ED-5901-0A7D-0F48-83415150A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7" name="Freeform 397">
              <a:extLst>
                <a:ext uri="{FF2B5EF4-FFF2-40B4-BE49-F238E27FC236}">
                  <a16:creationId xmlns:a16="http://schemas.microsoft.com/office/drawing/2014/main" id="{99AABA47-D86F-3F67-B586-F080489CA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8" name="Freeform 398">
              <a:extLst>
                <a:ext uri="{FF2B5EF4-FFF2-40B4-BE49-F238E27FC236}">
                  <a16:creationId xmlns:a16="http://schemas.microsoft.com/office/drawing/2014/main" id="{CD3C49F6-FAC1-9B1A-5B59-E04A210C7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9" name="Oval 399">
              <a:extLst>
                <a:ext uri="{FF2B5EF4-FFF2-40B4-BE49-F238E27FC236}">
                  <a16:creationId xmlns:a16="http://schemas.microsoft.com/office/drawing/2014/main" id="{8E912FBA-D7D6-9291-5A35-70A890C84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0" name="Oval 400">
              <a:extLst>
                <a:ext uri="{FF2B5EF4-FFF2-40B4-BE49-F238E27FC236}">
                  <a16:creationId xmlns:a16="http://schemas.microsoft.com/office/drawing/2014/main" id="{349DB72D-5ED2-7883-D717-F6D82429F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1" name="Freeform 401">
              <a:extLst>
                <a:ext uri="{FF2B5EF4-FFF2-40B4-BE49-F238E27FC236}">
                  <a16:creationId xmlns:a16="http://schemas.microsoft.com/office/drawing/2014/main" id="{A0D659DA-1D38-30B0-23E2-22FC38D2F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2" name="Freeform 402">
              <a:extLst>
                <a:ext uri="{FF2B5EF4-FFF2-40B4-BE49-F238E27FC236}">
                  <a16:creationId xmlns:a16="http://schemas.microsoft.com/office/drawing/2014/main" id="{3DFE78BB-EBF7-AF52-8EE1-F8888B388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3" name="Freeform 403">
              <a:extLst>
                <a:ext uri="{FF2B5EF4-FFF2-40B4-BE49-F238E27FC236}">
                  <a16:creationId xmlns:a16="http://schemas.microsoft.com/office/drawing/2014/main" id="{16B3B251-8C3B-86D1-FFC0-6C13AC6E2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4" name="Freeform 404">
              <a:extLst>
                <a:ext uri="{FF2B5EF4-FFF2-40B4-BE49-F238E27FC236}">
                  <a16:creationId xmlns:a16="http://schemas.microsoft.com/office/drawing/2014/main" id="{73E1CA08-D16A-5B11-6E90-8CEB545D9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5" name="Freeform 405">
              <a:extLst>
                <a:ext uri="{FF2B5EF4-FFF2-40B4-BE49-F238E27FC236}">
                  <a16:creationId xmlns:a16="http://schemas.microsoft.com/office/drawing/2014/main" id="{FA4E4BED-EC10-4C2E-82B8-566E139F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6" name="Freeform 418">
              <a:extLst>
                <a:ext uri="{FF2B5EF4-FFF2-40B4-BE49-F238E27FC236}">
                  <a16:creationId xmlns:a16="http://schemas.microsoft.com/office/drawing/2014/main" id="{560D7F08-2E2A-D6C1-5E9A-4693118BF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7" name="Freeform 419">
              <a:extLst>
                <a:ext uri="{FF2B5EF4-FFF2-40B4-BE49-F238E27FC236}">
                  <a16:creationId xmlns:a16="http://schemas.microsoft.com/office/drawing/2014/main" id="{BFBF7AEA-2E19-5EC3-842A-A77C10E9F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8" name="Freeform 420">
              <a:extLst>
                <a:ext uri="{FF2B5EF4-FFF2-40B4-BE49-F238E27FC236}">
                  <a16:creationId xmlns:a16="http://schemas.microsoft.com/office/drawing/2014/main" id="{7012CCE1-802F-BAA3-E08B-DBC7D098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9" name="Freeform 421">
              <a:extLst>
                <a:ext uri="{FF2B5EF4-FFF2-40B4-BE49-F238E27FC236}">
                  <a16:creationId xmlns:a16="http://schemas.microsoft.com/office/drawing/2014/main" id="{141BEA36-A039-1856-9C30-241193AAC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0" name="Freeform 422">
              <a:extLst>
                <a:ext uri="{FF2B5EF4-FFF2-40B4-BE49-F238E27FC236}">
                  <a16:creationId xmlns:a16="http://schemas.microsoft.com/office/drawing/2014/main" id="{B9EDF2C3-3EEF-EF40-6D35-24FE453FC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1" name="Oval 423">
              <a:extLst>
                <a:ext uri="{FF2B5EF4-FFF2-40B4-BE49-F238E27FC236}">
                  <a16:creationId xmlns:a16="http://schemas.microsoft.com/office/drawing/2014/main" id="{5F7FC2D5-652E-40EF-FC4D-BD8DC2BB7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2" name="Freeform 424">
              <a:extLst>
                <a:ext uri="{FF2B5EF4-FFF2-40B4-BE49-F238E27FC236}">
                  <a16:creationId xmlns:a16="http://schemas.microsoft.com/office/drawing/2014/main" id="{7684C8B7-8E8A-D966-9634-1532C1C55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3" name="Freeform 425">
              <a:extLst>
                <a:ext uri="{FF2B5EF4-FFF2-40B4-BE49-F238E27FC236}">
                  <a16:creationId xmlns:a16="http://schemas.microsoft.com/office/drawing/2014/main" id="{5EFB04C4-3D54-7E99-B4BC-1C56265FD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4" name="Freeform 426">
              <a:extLst>
                <a:ext uri="{FF2B5EF4-FFF2-40B4-BE49-F238E27FC236}">
                  <a16:creationId xmlns:a16="http://schemas.microsoft.com/office/drawing/2014/main" id="{C8BC7872-F8DB-CD64-AEAB-A89468274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5" name="Freeform 438">
              <a:extLst>
                <a:ext uri="{FF2B5EF4-FFF2-40B4-BE49-F238E27FC236}">
                  <a16:creationId xmlns:a16="http://schemas.microsoft.com/office/drawing/2014/main" id="{9597A79D-3F7A-837A-0196-65454C0B6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6" name="Freeform 439">
              <a:extLst>
                <a:ext uri="{FF2B5EF4-FFF2-40B4-BE49-F238E27FC236}">
                  <a16:creationId xmlns:a16="http://schemas.microsoft.com/office/drawing/2014/main" id="{BE58D948-3E9D-53BA-BE7B-2C84E6AE9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7" name="Freeform 440">
              <a:extLst>
                <a:ext uri="{FF2B5EF4-FFF2-40B4-BE49-F238E27FC236}">
                  <a16:creationId xmlns:a16="http://schemas.microsoft.com/office/drawing/2014/main" id="{17534B61-BAC5-F187-D0A3-F1D4C60B1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8" name="Freeform 441">
              <a:extLst>
                <a:ext uri="{FF2B5EF4-FFF2-40B4-BE49-F238E27FC236}">
                  <a16:creationId xmlns:a16="http://schemas.microsoft.com/office/drawing/2014/main" id="{AEE44FEC-2E15-82DE-5979-137969492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9" name="Freeform 442">
              <a:extLst>
                <a:ext uri="{FF2B5EF4-FFF2-40B4-BE49-F238E27FC236}">
                  <a16:creationId xmlns:a16="http://schemas.microsoft.com/office/drawing/2014/main" id="{1CED07B9-F4CF-FF08-0E55-00B1B08D8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0" name="Oval 443">
              <a:extLst>
                <a:ext uri="{FF2B5EF4-FFF2-40B4-BE49-F238E27FC236}">
                  <a16:creationId xmlns:a16="http://schemas.microsoft.com/office/drawing/2014/main" id="{1071EAE0-124C-0653-13DA-DE1731FD8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1" name="Oval 444">
              <a:extLst>
                <a:ext uri="{FF2B5EF4-FFF2-40B4-BE49-F238E27FC236}">
                  <a16:creationId xmlns:a16="http://schemas.microsoft.com/office/drawing/2014/main" id="{FF1F18DE-7CA7-6D39-8A55-9A71365A7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2" name="Freeform 445">
              <a:extLst>
                <a:ext uri="{FF2B5EF4-FFF2-40B4-BE49-F238E27FC236}">
                  <a16:creationId xmlns:a16="http://schemas.microsoft.com/office/drawing/2014/main" id="{222BE954-3D71-AD07-EE12-3B807606F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3" name="Freeform 446">
              <a:extLst>
                <a:ext uri="{FF2B5EF4-FFF2-40B4-BE49-F238E27FC236}">
                  <a16:creationId xmlns:a16="http://schemas.microsoft.com/office/drawing/2014/main" id="{7DE50BE0-6881-0F7F-DED2-AC2464695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4" name="Freeform 458">
              <a:extLst>
                <a:ext uri="{FF2B5EF4-FFF2-40B4-BE49-F238E27FC236}">
                  <a16:creationId xmlns:a16="http://schemas.microsoft.com/office/drawing/2014/main" id="{B1ADEDC4-F704-A65A-3977-187EA377E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5" name="Freeform 459">
              <a:extLst>
                <a:ext uri="{FF2B5EF4-FFF2-40B4-BE49-F238E27FC236}">
                  <a16:creationId xmlns:a16="http://schemas.microsoft.com/office/drawing/2014/main" id="{9EC1DCAB-0687-37EF-8B38-31CA15AA0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6" name="Freeform 460">
              <a:extLst>
                <a:ext uri="{FF2B5EF4-FFF2-40B4-BE49-F238E27FC236}">
                  <a16:creationId xmlns:a16="http://schemas.microsoft.com/office/drawing/2014/main" id="{65A1FCDA-0458-AC3B-FB18-F471DFDF3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7" name="Freeform 461">
              <a:extLst>
                <a:ext uri="{FF2B5EF4-FFF2-40B4-BE49-F238E27FC236}">
                  <a16:creationId xmlns:a16="http://schemas.microsoft.com/office/drawing/2014/main" id="{D7FBBE70-8588-011F-FF5C-4B6BEFD44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8" name="Freeform 462">
              <a:extLst>
                <a:ext uri="{FF2B5EF4-FFF2-40B4-BE49-F238E27FC236}">
                  <a16:creationId xmlns:a16="http://schemas.microsoft.com/office/drawing/2014/main" id="{50E7D288-D729-25AF-A70E-2222C3F0A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9" name="Freeform 463">
              <a:extLst>
                <a:ext uri="{FF2B5EF4-FFF2-40B4-BE49-F238E27FC236}">
                  <a16:creationId xmlns:a16="http://schemas.microsoft.com/office/drawing/2014/main" id="{CC5400CE-DE69-E60B-B9B9-7A9589869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0" name="Freeform 464">
              <a:extLst>
                <a:ext uri="{FF2B5EF4-FFF2-40B4-BE49-F238E27FC236}">
                  <a16:creationId xmlns:a16="http://schemas.microsoft.com/office/drawing/2014/main" id="{A10BE02D-4485-CCE3-816F-FF683F7F8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1" name="Freeform 465">
              <a:extLst>
                <a:ext uri="{FF2B5EF4-FFF2-40B4-BE49-F238E27FC236}">
                  <a16:creationId xmlns:a16="http://schemas.microsoft.com/office/drawing/2014/main" id="{92799BAF-1807-9FB4-CB4D-B6F40D828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2" name="Freeform 466">
              <a:extLst>
                <a:ext uri="{FF2B5EF4-FFF2-40B4-BE49-F238E27FC236}">
                  <a16:creationId xmlns:a16="http://schemas.microsoft.com/office/drawing/2014/main" id="{D069B9C4-F4FF-A500-3708-0DC07969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3" name="Freeform 478">
              <a:extLst>
                <a:ext uri="{FF2B5EF4-FFF2-40B4-BE49-F238E27FC236}">
                  <a16:creationId xmlns:a16="http://schemas.microsoft.com/office/drawing/2014/main" id="{7D1E2C2A-7699-124F-9DAB-CDDAC6E52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4" name="Freeform 479">
              <a:extLst>
                <a:ext uri="{FF2B5EF4-FFF2-40B4-BE49-F238E27FC236}">
                  <a16:creationId xmlns:a16="http://schemas.microsoft.com/office/drawing/2014/main" id="{5596CBF1-A8D6-CFF2-9622-3F38CEF72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5" name="Freeform 480">
              <a:extLst>
                <a:ext uri="{FF2B5EF4-FFF2-40B4-BE49-F238E27FC236}">
                  <a16:creationId xmlns:a16="http://schemas.microsoft.com/office/drawing/2014/main" id="{20D00749-1554-8FD9-087B-3C455E33C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6" name="Freeform 481">
              <a:extLst>
                <a:ext uri="{FF2B5EF4-FFF2-40B4-BE49-F238E27FC236}">
                  <a16:creationId xmlns:a16="http://schemas.microsoft.com/office/drawing/2014/main" id="{07551FA4-FAB6-4CD8-49F3-A95BD764E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7" name="Freeform 482">
              <a:extLst>
                <a:ext uri="{FF2B5EF4-FFF2-40B4-BE49-F238E27FC236}">
                  <a16:creationId xmlns:a16="http://schemas.microsoft.com/office/drawing/2014/main" id="{577DEFC2-BAC9-3953-A1DE-C3500D719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8" name="Freeform 483">
              <a:extLst>
                <a:ext uri="{FF2B5EF4-FFF2-40B4-BE49-F238E27FC236}">
                  <a16:creationId xmlns:a16="http://schemas.microsoft.com/office/drawing/2014/main" id="{A6549EDC-79EE-2AAB-E18A-DE8857AA6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9" name="Freeform 484">
              <a:extLst>
                <a:ext uri="{FF2B5EF4-FFF2-40B4-BE49-F238E27FC236}">
                  <a16:creationId xmlns:a16="http://schemas.microsoft.com/office/drawing/2014/main" id="{2D91C0A7-B2C4-EB82-142C-CADC9D2B6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0" name="Freeform 485">
              <a:extLst>
                <a:ext uri="{FF2B5EF4-FFF2-40B4-BE49-F238E27FC236}">
                  <a16:creationId xmlns:a16="http://schemas.microsoft.com/office/drawing/2014/main" id="{15A96C28-4561-1E18-4720-DFE849166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1" name="Oval 486">
              <a:extLst>
                <a:ext uri="{FF2B5EF4-FFF2-40B4-BE49-F238E27FC236}">
                  <a16:creationId xmlns:a16="http://schemas.microsoft.com/office/drawing/2014/main" id="{110DD4B3-96A0-AEF7-089E-E7EDF620E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2" name="Oval 498">
              <a:extLst>
                <a:ext uri="{FF2B5EF4-FFF2-40B4-BE49-F238E27FC236}">
                  <a16:creationId xmlns:a16="http://schemas.microsoft.com/office/drawing/2014/main" id="{C350A5FA-BEA4-624A-BA03-34427C02D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3" name="Oval 499">
              <a:extLst>
                <a:ext uri="{FF2B5EF4-FFF2-40B4-BE49-F238E27FC236}">
                  <a16:creationId xmlns:a16="http://schemas.microsoft.com/office/drawing/2014/main" id="{9447F899-8F69-BA97-206E-43859ABB3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4" name="Freeform 500">
              <a:extLst>
                <a:ext uri="{FF2B5EF4-FFF2-40B4-BE49-F238E27FC236}">
                  <a16:creationId xmlns:a16="http://schemas.microsoft.com/office/drawing/2014/main" id="{567DC83B-0214-655C-4373-755379D0E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5" name="Freeform 501">
              <a:extLst>
                <a:ext uri="{FF2B5EF4-FFF2-40B4-BE49-F238E27FC236}">
                  <a16:creationId xmlns:a16="http://schemas.microsoft.com/office/drawing/2014/main" id="{AE06509C-34B4-22E7-AB6E-6F3B7B7F6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6" name="Freeform 502">
              <a:extLst>
                <a:ext uri="{FF2B5EF4-FFF2-40B4-BE49-F238E27FC236}">
                  <a16:creationId xmlns:a16="http://schemas.microsoft.com/office/drawing/2014/main" id="{8474E5B2-EB01-8B99-12BB-0AABE7E10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7" name="Freeform 503">
              <a:extLst>
                <a:ext uri="{FF2B5EF4-FFF2-40B4-BE49-F238E27FC236}">
                  <a16:creationId xmlns:a16="http://schemas.microsoft.com/office/drawing/2014/main" id="{715BD7AD-0054-2ACF-A051-996617B16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8" name="Freeform 504">
              <a:extLst>
                <a:ext uri="{FF2B5EF4-FFF2-40B4-BE49-F238E27FC236}">
                  <a16:creationId xmlns:a16="http://schemas.microsoft.com/office/drawing/2014/main" id="{3AF4B560-01ED-BA6C-42DD-BCDDC9AE7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9" name="Freeform 505">
              <a:extLst>
                <a:ext uri="{FF2B5EF4-FFF2-40B4-BE49-F238E27FC236}">
                  <a16:creationId xmlns:a16="http://schemas.microsoft.com/office/drawing/2014/main" id="{7BE0B003-050A-F645-61A4-3AD90A9DD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0" name="Freeform 506">
              <a:extLst>
                <a:ext uri="{FF2B5EF4-FFF2-40B4-BE49-F238E27FC236}">
                  <a16:creationId xmlns:a16="http://schemas.microsoft.com/office/drawing/2014/main" id="{7C276439-14F7-B3EF-666B-B5977DFA3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1" name="Oval 518">
              <a:extLst>
                <a:ext uri="{FF2B5EF4-FFF2-40B4-BE49-F238E27FC236}">
                  <a16:creationId xmlns:a16="http://schemas.microsoft.com/office/drawing/2014/main" id="{61A805C2-853D-4437-3EE0-1E91F62A3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2" name="Freeform 519">
              <a:extLst>
                <a:ext uri="{FF2B5EF4-FFF2-40B4-BE49-F238E27FC236}">
                  <a16:creationId xmlns:a16="http://schemas.microsoft.com/office/drawing/2014/main" id="{7A104300-3D63-1BBC-CC31-C311E3478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3" name="Freeform 520">
              <a:extLst>
                <a:ext uri="{FF2B5EF4-FFF2-40B4-BE49-F238E27FC236}">
                  <a16:creationId xmlns:a16="http://schemas.microsoft.com/office/drawing/2014/main" id="{E37BD3C3-91BE-7D20-914F-A44F3926E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4" name="Freeform 521">
              <a:extLst>
                <a:ext uri="{FF2B5EF4-FFF2-40B4-BE49-F238E27FC236}">
                  <a16:creationId xmlns:a16="http://schemas.microsoft.com/office/drawing/2014/main" id="{123A49E5-F877-4288-1839-B1D02DF79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5" name="Freeform 522">
              <a:extLst>
                <a:ext uri="{FF2B5EF4-FFF2-40B4-BE49-F238E27FC236}">
                  <a16:creationId xmlns:a16="http://schemas.microsoft.com/office/drawing/2014/main" id="{932A1DB8-EB06-D833-C9E1-324FE7940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6" name="Freeform 523">
              <a:extLst>
                <a:ext uri="{FF2B5EF4-FFF2-40B4-BE49-F238E27FC236}">
                  <a16:creationId xmlns:a16="http://schemas.microsoft.com/office/drawing/2014/main" id="{E53A1196-4BEC-B474-D124-17CB5D37E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7" name="Freeform 524">
              <a:extLst>
                <a:ext uri="{FF2B5EF4-FFF2-40B4-BE49-F238E27FC236}">
                  <a16:creationId xmlns:a16="http://schemas.microsoft.com/office/drawing/2014/main" id="{CB93BD6B-A065-DB3F-F20A-3B583F1BD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8" name="Freeform 525">
              <a:extLst>
                <a:ext uri="{FF2B5EF4-FFF2-40B4-BE49-F238E27FC236}">
                  <a16:creationId xmlns:a16="http://schemas.microsoft.com/office/drawing/2014/main" id="{51C59907-079C-3234-8DD1-608458700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9" name="Freeform 526">
              <a:extLst>
                <a:ext uri="{FF2B5EF4-FFF2-40B4-BE49-F238E27FC236}">
                  <a16:creationId xmlns:a16="http://schemas.microsoft.com/office/drawing/2014/main" id="{6E564199-A4B6-634B-E06D-0765DABDB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0" name="Freeform 538">
              <a:extLst>
                <a:ext uri="{FF2B5EF4-FFF2-40B4-BE49-F238E27FC236}">
                  <a16:creationId xmlns:a16="http://schemas.microsoft.com/office/drawing/2014/main" id="{1E15CDC1-EE68-B3AD-0BFC-13C74A225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1" name="Freeform 539">
              <a:extLst>
                <a:ext uri="{FF2B5EF4-FFF2-40B4-BE49-F238E27FC236}">
                  <a16:creationId xmlns:a16="http://schemas.microsoft.com/office/drawing/2014/main" id="{7E0DA27A-40A7-105E-587C-7447D0BDB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2" name="Oval 540">
              <a:extLst>
                <a:ext uri="{FF2B5EF4-FFF2-40B4-BE49-F238E27FC236}">
                  <a16:creationId xmlns:a16="http://schemas.microsoft.com/office/drawing/2014/main" id="{51EEEBE0-9282-B20C-0020-04AAA9986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3" name="Oval 541">
              <a:extLst>
                <a:ext uri="{FF2B5EF4-FFF2-40B4-BE49-F238E27FC236}">
                  <a16:creationId xmlns:a16="http://schemas.microsoft.com/office/drawing/2014/main" id="{2EEC9DAC-C919-A288-3F71-C4D584D0D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4" name="Freeform 542">
              <a:extLst>
                <a:ext uri="{FF2B5EF4-FFF2-40B4-BE49-F238E27FC236}">
                  <a16:creationId xmlns:a16="http://schemas.microsoft.com/office/drawing/2014/main" id="{692D81FA-D809-AE1E-9466-FAE43B161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5" name="Freeform 543">
              <a:extLst>
                <a:ext uri="{FF2B5EF4-FFF2-40B4-BE49-F238E27FC236}">
                  <a16:creationId xmlns:a16="http://schemas.microsoft.com/office/drawing/2014/main" id="{47E3FBCC-3609-C32A-CD56-58563FACD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6" name="Freeform 544">
              <a:extLst>
                <a:ext uri="{FF2B5EF4-FFF2-40B4-BE49-F238E27FC236}">
                  <a16:creationId xmlns:a16="http://schemas.microsoft.com/office/drawing/2014/main" id="{4F03B623-4B2B-1C2C-5F52-6FF644233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7" name="Freeform 545">
              <a:extLst>
                <a:ext uri="{FF2B5EF4-FFF2-40B4-BE49-F238E27FC236}">
                  <a16:creationId xmlns:a16="http://schemas.microsoft.com/office/drawing/2014/main" id="{E70A6EEB-D753-A6B3-F16E-A7A36016F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8" name="Freeform 546">
              <a:extLst>
                <a:ext uri="{FF2B5EF4-FFF2-40B4-BE49-F238E27FC236}">
                  <a16:creationId xmlns:a16="http://schemas.microsoft.com/office/drawing/2014/main" id="{7B1E3F87-FACE-F299-AD7F-F6628A7E9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9" name="Freeform 558">
              <a:extLst>
                <a:ext uri="{FF2B5EF4-FFF2-40B4-BE49-F238E27FC236}">
                  <a16:creationId xmlns:a16="http://schemas.microsoft.com/office/drawing/2014/main" id="{62624CC5-084F-70FF-2EC5-F92E23E4C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0" name="Freeform 559">
              <a:extLst>
                <a:ext uri="{FF2B5EF4-FFF2-40B4-BE49-F238E27FC236}">
                  <a16:creationId xmlns:a16="http://schemas.microsoft.com/office/drawing/2014/main" id="{9F2F36E8-3DCF-7ED8-9B0D-C80883BE1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1" name="Oval 560">
              <a:extLst>
                <a:ext uri="{FF2B5EF4-FFF2-40B4-BE49-F238E27FC236}">
                  <a16:creationId xmlns:a16="http://schemas.microsoft.com/office/drawing/2014/main" id="{C5D9632A-5D3C-32DC-086B-97C4A1A6E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2" name="Oval 561">
              <a:extLst>
                <a:ext uri="{FF2B5EF4-FFF2-40B4-BE49-F238E27FC236}">
                  <a16:creationId xmlns:a16="http://schemas.microsoft.com/office/drawing/2014/main" id="{513B18E6-A90E-B1F9-5B4F-7ACF9CFC9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3" name="Freeform 562">
              <a:extLst>
                <a:ext uri="{FF2B5EF4-FFF2-40B4-BE49-F238E27FC236}">
                  <a16:creationId xmlns:a16="http://schemas.microsoft.com/office/drawing/2014/main" id="{7CD1FF44-05E8-75B6-3B55-0D66D9FC9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4" name="Freeform 563">
              <a:extLst>
                <a:ext uri="{FF2B5EF4-FFF2-40B4-BE49-F238E27FC236}">
                  <a16:creationId xmlns:a16="http://schemas.microsoft.com/office/drawing/2014/main" id="{60F65CFC-82F2-53EC-7978-60704A74C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5" name="Freeform 564">
              <a:extLst>
                <a:ext uri="{FF2B5EF4-FFF2-40B4-BE49-F238E27FC236}">
                  <a16:creationId xmlns:a16="http://schemas.microsoft.com/office/drawing/2014/main" id="{92755443-155C-2774-7F5B-51BE793C4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6" name="Freeform 565">
              <a:extLst>
                <a:ext uri="{FF2B5EF4-FFF2-40B4-BE49-F238E27FC236}">
                  <a16:creationId xmlns:a16="http://schemas.microsoft.com/office/drawing/2014/main" id="{E284F115-ECA9-5406-A727-73E5075FE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7" name="Freeform 566">
              <a:extLst>
                <a:ext uri="{FF2B5EF4-FFF2-40B4-BE49-F238E27FC236}">
                  <a16:creationId xmlns:a16="http://schemas.microsoft.com/office/drawing/2014/main" id="{161A9EB4-A04B-D6BE-5188-06A2D831F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8" name="Freeform 578">
              <a:extLst>
                <a:ext uri="{FF2B5EF4-FFF2-40B4-BE49-F238E27FC236}">
                  <a16:creationId xmlns:a16="http://schemas.microsoft.com/office/drawing/2014/main" id="{364B5F40-EE96-AF3A-9593-058C95F9F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9" name="Freeform 579">
              <a:extLst>
                <a:ext uri="{FF2B5EF4-FFF2-40B4-BE49-F238E27FC236}">
                  <a16:creationId xmlns:a16="http://schemas.microsoft.com/office/drawing/2014/main" id="{1B34280D-7272-0D93-DAC6-138A2C6F4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0" name="Freeform 580">
              <a:extLst>
                <a:ext uri="{FF2B5EF4-FFF2-40B4-BE49-F238E27FC236}">
                  <a16:creationId xmlns:a16="http://schemas.microsoft.com/office/drawing/2014/main" id="{D7D1D4CC-2CE6-0E40-B106-4C9D1FA6D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1" name="Freeform 581">
              <a:extLst>
                <a:ext uri="{FF2B5EF4-FFF2-40B4-BE49-F238E27FC236}">
                  <a16:creationId xmlns:a16="http://schemas.microsoft.com/office/drawing/2014/main" id="{9A291B8A-C321-C22A-3E35-B522D89C3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2" name="Freeform 582">
              <a:extLst>
                <a:ext uri="{FF2B5EF4-FFF2-40B4-BE49-F238E27FC236}">
                  <a16:creationId xmlns:a16="http://schemas.microsoft.com/office/drawing/2014/main" id="{596C4D5D-277F-EAA3-EF9B-0A07ECF04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3" name="Oval 583">
              <a:extLst>
                <a:ext uri="{FF2B5EF4-FFF2-40B4-BE49-F238E27FC236}">
                  <a16:creationId xmlns:a16="http://schemas.microsoft.com/office/drawing/2014/main" id="{5878E077-BC1A-E089-1488-F6443A3BA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4" name="Freeform 584">
              <a:extLst>
                <a:ext uri="{FF2B5EF4-FFF2-40B4-BE49-F238E27FC236}">
                  <a16:creationId xmlns:a16="http://schemas.microsoft.com/office/drawing/2014/main" id="{DA5F17C6-D914-0A10-8963-1AC90C015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5" name="Freeform 585">
              <a:extLst>
                <a:ext uri="{FF2B5EF4-FFF2-40B4-BE49-F238E27FC236}">
                  <a16:creationId xmlns:a16="http://schemas.microsoft.com/office/drawing/2014/main" id="{9D753EDE-08B5-2746-3942-E7A581258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6" name="Freeform 586">
              <a:extLst>
                <a:ext uri="{FF2B5EF4-FFF2-40B4-BE49-F238E27FC236}">
                  <a16:creationId xmlns:a16="http://schemas.microsoft.com/office/drawing/2014/main" id="{937EE4E7-8A86-E810-BF32-EFC2CBEDE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7" name="Freeform 598">
              <a:extLst>
                <a:ext uri="{FF2B5EF4-FFF2-40B4-BE49-F238E27FC236}">
                  <a16:creationId xmlns:a16="http://schemas.microsoft.com/office/drawing/2014/main" id="{DD227969-4482-32F1-8C9C-2EB30DA7D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8" name="Freeform 599">
              <a:extLst>
                <a:ext uri="{FF2B5EF4-FFF2-40B4-BE49-F238E27FC236}">
                  <a16:creationId xmlns:a16="http://schemas.microsoft.com/office/drawing/2014/main" id="{2121C476-235B-2706-135A-B8D6908CB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9" name="Freeform 600">
              <a:extLst>
                <a:ext uri="{FF2B5EF4-FFF2-40B4-BE49-F238E27FC236}">
                  <a16:creationId xmlns:a16="http://schemas.microsoft.com/office/drawing/2014/main" id="{8821FF4F-A27E-EE28-D3A0-A577A52C4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0" name="Freeform 601">
              <a:extLst>
                <a:ext uri="{FF2B5EF4-FFF2-40B4-BE49-F238E27FC236}">
                  <a16:creationId xmlns:a16="http://schemas.microsoft.com/office/drawing/2014/main" id="{0C67001D-5C73-D335-95DC-6AC8B558B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1" name="Freeform 602">
              <a:extLst>
                <a:ext uri="{FF2B5EF4-FFF2-40B4-BE49-F238E27FC236}">
                  <a16:creationId xmlns:a16="http://schemas.microsoft.com/office/drawing/2014/main" id="{7CC19BB6-A7C9-AC91-26C4-B1713F1E9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2" name="Oval 603">
              <a:extLst>
                <a:ext uri="{FF2B5EF4-FFF2-40B4-BE49-F238E27FC236}">
                  <a16:creationId xmlns:a16="http://schemas.microsoft.com/office/drawing/2014/main" id="{4DAFC7FB-17CC-EFC8-422E-45CF05629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3" name="Oval 604">
              <a:extLst>
                <a:ext uri="{FF2B5EF4-FFF2-40B4-BE49-F238E27FC236}">
                  <a16:creationId xmlns:a16="http://schemas.microsoft.com/office/drawing/2014/main" id="{860F4CC9-B945-2A22-A574-75302C1EC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4" name="Freeform 605">
              <a:extLst>
                <a:ext uri="{FF2B5EF4-FFF2-40B4-BE49-F238E27FC236}">
                  <a16:creationId xmlns:a16="http://schemas.microsoft.com/office/drawing/2014/main" id="{132ECEDA-A6CA-BD51-0C78-EF718D74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5" name="Freeform 606">
              <a:extLst>
                <a:ext uri="{FF2B5EF4-FFF2-40B4-BE49-F238E27FC236}">
                  <a16:creationId xmlns:a16="http://schemas.microsoft.com/office/drawing/2014/main" id="{F9CACE5B-BBE6-6ABA-60DE-0B2BF0BD6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" grpId="0" animBg="1"/>
      <p:bldP spid="26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Table of conten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1"/>
          </p:nvPr>
        </p:nvSpPr>
        <p:spPr>
          <a:xfrm>
            <a:off x="1252228" y="2327721"/>
            <a:ext cx="2867644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2"/>
          </p:nvPr>
        </p:nvSpPr>
        <p:spPr>
          <a:xfrm>
            <a:off x="2036322" y="1837963"/>
            <a:ext cx="2083549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3"/>
          </p:nvPr>
        </p:nvSpPr>
        <p:spPr>
          <a:xfrm>
            <a:off x="1261145" y="1837962"/>
            <a:ext cx="775175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4"/>
          </p:nvPr>
        </p:nvSpPr>
        <p:spPr>
          <a:xfrm>
            <a:off x="5024130" y="2327720"/>
            <a:ext cx="2867642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5"/>
          </p:nvPr>
        </p:nvSpPr>
        <p:spPr>
          <a:xfrm>
            <a:off x="5808222" y="1837963"/>
            <a:ext cx="2083549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6"/>
          </p:nvPr>
        </p:nvSpPr>
        <p:spPr>
          <a:xfrm>
            <a:off x="5024127" y="1837962"/>
            <a:ext cx="775173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7"/>
          </p:nvPr>
        </p:nvSpPr>
        <p:spPr>
          <a:xfrm>
            <a:off x="5024128" y="3797068"/>
            <a:ext cx="2867642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8"/>
          </p:nvPr>
        </p:nvSpPr>
        <p:spPr>
          <a:xfrm>
            <a:off x="5808218" y="3307310"/>
            <a:ext cx="2083551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9"/>
          </p:nvPr>
        </p:nvSpPr>
        <p:spPr>
          <a:xfrm>
            <a:off x="502412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3"/>
          </p:nvPr>
        </p:nvSpPr>
        <p:spPr>
          <a:xfrm>
            <a:off x="1252228" y="3797069"/>
            <a:ext cx="2867644" cy="5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4"/>
          </p:nvPr>
        </p:nvSpPr>
        <p:spPr>
          <a:xfrm>
            <a:off x="2036322" y="3307311"/>
            <a:ext cx="2083550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5"/>
          </p:nvPr>
        </p:nvSpPr>
        <p:spPr>
          <a:xfrm>
            <a:off x="1261146" y="3307310"/>
            <a:ext cx="775174" cy="3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400">
                <a:solidFill>
                  <a:schemeClr val="tx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" name="Google Shape;15;p16">
            <a:extLst>
              <a:ext uri="{FF2B5EF4-FFF2-40B4-BE49-F238E27FC236}">
                <a16:creationId xmlns:a16="http://schemas.microsoft.com/office/drawing/2014/main" id="{D9067C2C-3848-317F-906D-F0CD3CB117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Freeform 352">
            <a:extLst>
              <a:ext uri="{FF2B5EF4-FFF2-40B4-BE49-F238E27FC236}">
                <a16:creationId xmlns:a16="http://schemas.microsoft.com/office/drawing/2014/main" id="{D8233E44-D3DF-43C4-A7B5-5BEC33D21FA6}"/>
              </a:ext>
            </a:extLst>
          </p:cNvPr>
          <p:cNvSpPr>
            <a:spLocks/>
          </p:cNvSpPr>
          <p:nvPr userDrawn="1"/>
        </p:nvSpPr>
        <p:spPr bwMode="auto">
          <a:xfrm flipH="1" flipV="1">
            <a:off x="-605116" y="4164123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4" name="Group 283">
            <a:extLst>
              <a:ext uri="{FF2B5EF4-FFF2-40B4-BE49-F238E27FC236}">
                <a16:creationId xmlns:a16="http://schemas.microsoft.com/office/drawing/2014/main" id="{FEDC3551-890A-F083-B564-6E1D4675BABB}"/>
              </a:ext>
            </a:extLst>
          </p:cNvPr>
          <p:cNvGrpSpPr/>
          <p:nvPr userDrawn="1"/>
        </p:nvGrpSpPr>
        <p:grpSpPr>
          <a:xfrm>
            <a:off x="7891769" y="-388070"/>
            <a:ext cx="1658248" cy="1282517"/>
            <a:chOff x="5136226" y="2246221"/>
            <a:chExt cx="1254126" cy="969962"/>
          </a:xfrm>
        </p:grpSpPr>
        <p:sp>
          <p:nvSpPr>
            <p:cNvPr id="5" name="Freeform 353">
              <a:extLst>
                <a:ext uri="{FF2B5EF4-FFF2-40B4-BE49-F238E27FC236}">
                  <a16:creationId xmlns:a16="http://schemas.microsoft.com/office/drawing/2014/main" id="{9FC52FF2-765A-8D90-DE21-01FBCA3D8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8964" y="2246221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354">
              <a:extLst>
                <a:ext uri="{FF2B5EF4-FFF2-40B4-BE49-F238E27FC236}">
                  <a16:creationId xmlns:a16="http://schemas.microsoft.com/office/drawing/2014/main" id="{CDA05B6A-B80E-B5ED-3AE3-CE4FBCE60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6226" y="2558958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355">
              <a:extLst>
                <a:ext uri="{FF2B5EF4-FFF2-40B4-BE49-F238E27FC236}">
                  <a16:creationId xmlns:a16="http://schemas.microsoft.com/office/drawing/2014/main" id="{A7CAC858-2232-7A55-8973-7C9A5663B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1989" y="2570071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356">
              <a:extLst>
                <a:ext uri="{FF2B5EF4-FFF2-40B4-BE49-F238E27FC236}">
                  <a16:creationId xmlns:a16="http://schemas.microsoft.com/office/drawing/2014/main" id="{3F2CF98C-BB48-C545-30C3-7410963CE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539" y="2487521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286" name="Grupo 285">
            <a:extLst>
              <a:ext uri="{FF2B5EF4-FFF2-40B4-BE49-F238E27FC236}">
                <a16:creationId xmlns:a16="http://schemas.microsoft.com/office/drawing/2014/main" id="{7413F4A8-4181-9112-1C1F-BCC1766037DC}"/>
              </a:ext>
            </a:extLst>
          </p:cNvPr>
          <p:cNvGrpSpPr/>
          <p:nvPr userDrawn="1"/>
        </p:nvGrpSpPr>
        <p:grpSpPr>
          <a:xfrm>
            <a:off x="-883944" y="2944653"/>
            <a:ext cx="1507863" cy="1510278"/>
            <a:chOff x="39184" y="-151930"/>
            <a:chExt cx="1309806" cy="1311904"/>
          </a:xfrm>
        </p:grpSpPr>
        <p:sp>
          <p:nvSpPr>
            <p:cNvPr id="287" name="Oval 357">
              <a:extLst>
                <a:ext uri="{FF2B5EF4-FFF2-40B4-BE49-F238E27FC236}">
                  <a16:creationId xmlns:a16="http://schemas.microsoft.com/office/drawing/2014/main" id="{854A60CD-81C3-DA56-1D8D-5282BD700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8" name="Freeform 358">
              <a:extLst>
                <a:ext uri="{FF2B5EF4-FFF2-40B4-BE49-F238E27FC236}">
                  <a16:creationId xmlns:a16="http://schemas.microsoft.com/office/drawing/2014/main" id="{DD72D7BA-EE33-AC52-6450-011659F6D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9" name="Freeform 359">
              <a:extLst>
                <a:ext uri="{FF2B5EF4-FFF2-40B4-BE49-F238E27FC236}">
                  <a16:creationId xmlns:a16="http://schemas.microsoft.com/office/drawing/2014/main" id="{FD99C857-90CA-EBCF-D0D1-7F12A8C77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0" name="Freeform 360">
              <a:extLst>
                <a:ext uri="{FF2B5EF4-FFF2-40B4-BE49-F238E27FC236}">
                  <a16:creationId xmlns:a16="http://schemas.microsoft.com/office/drawing/2014/main" id="{1DF382DC-D007-0393-56E5-C1BDF9386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1" name="Freeform 361">
              <a:extLst>
                <a:ext uri="{FF2B5EF4-FFF2-40B4-BE49-F238E27FC236}">
                  <a16:creationId xmlns:a16="http://schemas.microsoft.com/office/drawing/2014/main" id="{0332A23B-5E77-28BA-8888-77BBA2759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2" name="Freeform 362">
              <a:extLst>
                <a:ext uri="{FF2B5EF4-FFF2-40B4-BE49-F238E27FC236}">
                  <a16:creationId xmlns:a16="http://schemas.microsoft.com/office/drawing/2014/main" id="{D2318061-2883-186F-A07A-A6C69F715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3" name="Freeform 363">
              <a:extLst>
                <a:ext uri="{FF2B5EF4-FFF2-40B4-BE49-F238E27FC236}">
                  <a16:creationId xmlns:a16="http://schemas.microsoft.com/office/drawing/2014/main" id="{3B321C53-AD8B-1E32-565F-F0820587D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4" name="Freeform 364">
              <a:extLst>
                <a:ext uri="{FF2B5EF4-FFF2-40B4-BE49-F238E27FC236}">
                  <a16:creationId xmlns:a16="http://schemas.microsoft.com/office/drawing/2014/main" id="{D7AAE601-6230-F6DB-D958-688619CB0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5" name="Freeform 365">
              <a:extLst>
                <a:ext uri="{FF2B5EF4-FFF2-40B4-BE49-F238E27FC236}">
                  <a16:creationId xmlns:a16="http://schemas.microsoft.com/office/drawing/2014/main" id="{6FA439C8-C3BD-1CD9-68A7-47D0D241B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6" name="Freeform 377">
              <a:extLst>
                <a:ext uri="{FF2B5EF4-FFF2-40B4-BE49-F238E27FC236}">
                  <a16:creationId xmlns:a16="http://schemas.microsoft.com/office/drawing/2014/main" id="{DF1E9D25-0C3F-0B8E-91D1-0970D15FC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7" name="Freeform 378">
              <a:extLst>
                <a:ext uri="{FF2B5EF4-FFF2-40B4-BE49-F238E27FC236}">
                  <a16:creationId xmlns:a16="http://schemas.microsoft.com/office/drawing/2014/main" id="{27CB2677-3C87-5A48-0FF6-AFFF92D1F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8" name="Oval 379">
              <a:extLst>
                <a:ext uri="{FF2B5EF4-FFF2-40B4-BE49-F238E27FC236}">
                  <a16:creationId xmlns:a16="http://schemas.microsoft.com/office/drawing/2014/main" id="{94D30B59-4D5A-4141-3F50-7CE228B01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9" name="Oval 380">
              <a:extLst>
                <a:ext uri="{FF2B5EF4-FFF2-40B4-BE49-F238E27FC236}">
                  <a16:creationId xmlns:a16="http://schemas.microsoft.com/office/drawing/2014/main" id="{27DFE1F6-8A00-5390-1187-577A9DCA5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0" name="Freeform 381">
              <a:extLst>
                <a:ext uri="{FF2B5EF4-FFF2-40B4-BE49-F238E27FC236}">
                  <a16:creationId xmlns:a16="http://schemas.microsoft.com/office/drawing/2014/main" id="{2A028B3D-CA26-FDE8-B970-81247C691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1" name="Freeform 382">
              <a:extLst>
                <a:ext uri="{FF2B5EF4-FFF2-40B4-BE49-F238E27FC236}">
                  <a16:creationId xmlns:a16="http://schemas.microsoft.com/office/drawing/2014/main" id="{EDE0FB8E-C217-AFD8-58E3-8C5B2A796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2" name="Freeform 383">
              <a:extLst>
                <a:ext uri="{FF2B5EF4-FFF2-40B4-BE49-F238E27FC236}">
                  <a16:creationId xmlns:a16="http://schemas.microsoft.com/office/drawing/2014/main" id="{D2845F67-400D-27C6-352D-01035DC1D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3" name="Freeform 384">
              <a:extLst>
                <a:ext uri="{FF2B5EF4-FFF2-40B4-BE49-F238E27FC236}">
                  <a16:creationId xmlns:a16="http://schemas.microsoft.com/office/drawing/2014/main" id="{5F2DE5D9-D023-D4B5-50DC-9EF640D13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4" name="Freeform 385">
              <a:extLst>
                <a:ext uri="{FF2B5EF4-FFF2-40B4-BE49-F238E27FC236}">
                  <a16:creationId xmlns:a16="http://schemas.microsoft.com/office/drawing/2014/main" id="{3034083D-1A5E-C804-4DAC-C2EF75EE0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5" name="Freeform 397">
              <a:extLst>
                <a:ext uri="{FF2B5EF4-FFF2-40B4-BE49-F238E27FC236}">
                  <a16:creationId xmlns:a16="http://schemas.microsoft.com/office/drawing/2014/main" id="{C11CD43E-5764-B297-80D9-C1F2E2C0F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6" name="Freeform 398">
              <a:extLst>
                <a:ext uri="{FF2B5EF4-FFF2-40B4-BE49-F238E27FC236}">
                  <a16:creationId xmlns:a16="http://schemas.microsoft.com/office/drawing/2014/main" id="{CA11FC51-FFEE-510B-433B-D63060E94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7" name="Oval 399">
              <a:extLst>
                <a:ext uri="{FF2B5EF4-FFF2-40B4-BE49-F238E27FC236}">
                  <a16:creationId xmlns:a16="http://schemas.microsoft.com/office/drawing/2014/main" id="{5632CB16-99EF-64C7-30A4-680D29D66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8" name="Oval 400">
              <a:extLst>
                <a:ext uri="{FF2B5EF4-FFF2-40B4-BE49-F238E27FC236}">
                  <a16:creationId xmlns:a16="http://schemas.microsoft.com/office/drawing/2014/main" id="{3EE265E8-8CB7-27EF-317C-DECFB476E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9" name="Freeform 401">
              <a:extLst>
                <a:ext uri="{FF2B5EF4-FFF2-40B4-BE49-F238E27FC236}">
                  <a16:creationId xmlns:a16="http://schemas.microsoft.com/office/drawing/2014/main" id="{89E67B44-DB4A-9865-C6CE-7C935F840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0" name="Freeform 402">
              <a:extLst>
                <a:ext uri="{FF2B5EF4-FFF2-40B4-BE49-F238E27FC236}">
                  <a16:creationId xmlns:a16="http://schemas.microsoft.com/office/drawing/2014/main" id="{8663AE0E-61B5-3FFB-C47B-3D10E7C2D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1" name="Freeform 403">
              <a:extLst>
                <a:ext uri="{FF2B5EF4-FFF2-40B4-BE49-F238E27FC236}">
                  <a16:creationId xmlns:a16="http://schemas.microsoft.com/office/drawing/2014/main" id="{4972585C-1D08-D2DB-5425-012036AB4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2" name="Freeform 404">
              <a:extLst>
                <a:ext uri="{FF2B5EF4-FFF2-40B4-BE49-F238E27FC236}">
                  <a16:creationId xmlns:a16="http://schemas.microsoft.com/office/drawing/2014/main" id="{C37782ED-CE95-95B5-3B07-02DC67091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3" name="Freeform 405">
              <a:extLst>
                <a:ext uri="{FF2B5EF4-FFF2-40B4-BE49-F238E27FC236}">
                  <a16:creationId xmlns:a16="http://schemas.microsoft.com/office/drawing/2014/main" id="{5DC7D07F-275C-3AC0-DBF1-EE6852C29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4" name="Freeform 418">
              <a:extLst>
                <a:ext uri="{FF2B5EF4-FFF2-40B4-BE49-F238E27FC236}">
                  <a16:creationId xmlns:a16="http://schemas.microsoft.com/office/drawing/2014/main" id="{0B13BCAC-1CFF-A570-634D-A25EC4775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5" name="Freeform 419">
              <a:extLst>
                <a:ext uri="{FF2B5EF4-FFF2-40B4-BE49-F238E27FC236}">
                  <a16:creationId xmlns:a16="http://schemas.microsoft.com/office/drawing/2014/main" id="{B021C2AD-FD94-B619-7C8D-1FE04FBAB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6" name="Freeform 420">
              <a:extLst>
                <a:ext uri="{FF2B5EF4-FFF2-40B4-BE49-F238E27FC236}">
                  <a16:creationId xmlns:a16="http://schemas.microsoft.com/office/drawing/2014/main" id="{7A46687E-E7BD-4FBF-5A60-B9924175B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7" name="Freeform 421">
              <a:extLst>
                <a:ext uri="{FF2B5EF4-FFF2-40B4-BE49-F238E27FC236}">
                  <a16:creationId xmlns:a16="http://schemas.microsoft.com/office/drawing/2014/main" id="{26B5959E-07CC-CCE6-8A27-D426D044C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8" name="Freeform 422">
              <a:extLst>
                <a:ext uri="{FF2B5EF4-FFF2-40B4-BE49-F238E27FC236}">
                  <a16:creationId xmlns:a16="http://schemas.microsoft.com/office/drawing/2014/main" id="{764AD0B1-E478-F777-DA01-1B79A9D84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9" name="Oval 423">
              <a:extLst>
                <a:ext uri="{FF2B5EF4-FFF2-40B4-BE49-F238E27FC236}">
                  <a16:creationId xmlns:a16="http://schemas.microsoft.com/office/drawing/2014/main" id="{A9316B60-F54B-E757-BA72-09B41050C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0" name="Freeform 424">
              <a:extLst>
                <a:ext uri="{FF2B5EF4-FFF2-40B4-BE49-F238E27FC236}">
                  <a16:creationId xmlns:a16="http://schemas.microsoft.com/office/drawing/2014/main" id="{C838BD51-D045-5926-5A6C-0A1D8820C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1" name="Freeform 425">
              <a:extLst>
                <a:ext uri="{FF2B5EF4-FFF2-40B4-BE49-F238E27FC236}">
                  <a16:creationId xmlns:a16="http://schemas.microsoft.com/office/drawing/2014/main" id="{3BECAFB3-B640-B7A7-5652-0D49E3AC6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2" name="Freeform 426">
              <a:extLst>
                <a:ext uri="{FF2B5EF4-FFF2-40B4-BE49-F238E27FC236}">
                  <a16:creationId xmlns:a16="http://schemas.microsoft.com/office/drawing/2014/main" id="{6D9AF534-D791-7CC6-5A63-93127095C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3" name="Freeform 438">
              <a:extLst>
                <a:ext uri="{FF2B5EF4-FFF2-40B4-BE49-F238E27FC236}">
                  <a16:creationId xmlns:a16="http://schemas.microsoft.com/office/drawing/2014/main" id="{3CE7963F-2093-A83D-F84D-35D5C9811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4" name="Freeform 439">
              <a:extLst>
                <a:ext uri="{FF2B5EF4-FFF2-40B4-BE49-F238E27FC236}">
                  <a16:creationId xmlns:a16="http://schemas.microsoft.com/office/drawing/2014/main" id="{AC898CFF-0C05-6026-ACB4-A825CE938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5" name="Freeform 440">
              <a:extLst>
                <a:ext uri="{FF2B5EF4-FFF2-40B4-BE49-F238E27FC236}">
                  <a16:creationId xmlns:a16="http://schemas.microsoft.com/office/drawing/2014/main" id="{30D2BFBC-DFCE-2A5F-C40E-D4FDBB113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6" name="Freeform 441">
              <a:extLst>
                <a:ext uri="{FF2B5EF4-FFF2-40B4-BE49-F238E27FC236}">
                  <a16:creationId xmlns:a16="http://schemas.microsoft.com/office/drawing/2014/main" id="{CD36F45B-D90C-E763-4723-3C10B10BB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7" name="Freeform 442">
              <a:extLst>
                <a:ext uri="{FF2B5EF4-FFF2-40B4-BE49-F238E27FC236}">
                  <a16:creationId xmlns:a16="http://schemas.microsoft.com/office/drawing/2014/main" id="{EFBD7F8A-7356-CEF5-837F-50B41B43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8" name="Oval 443">
              <a:extLst>
                <a:ext uri="{FF2B5EF4-FFF2-40B4-BE49-F238E27FC236}">
                  <a16:creationId xmlns:a16="http://schemas.microsoft.com/office/drawing/2014/main" id="{19814A7C-0B1E-F263-DBDC-405A0A540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9" name="Oval 444">
              <a:extLst>
                <a:ext uri="{FF2B5EF4-FFF2-40B4-BE49-F238E27FC236}">
                  <a16:creationId xmlns:a16="http://schemas.microsoft.com/office/drawing/2014/main" id="{5808FEC4-47F0-E30B-476A-14FE39EFA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0" name="Freeform 445">
              <a:extLst>
                <a:ext uri="{FF2B5EF4-FFF2-40B4-BE49-F238E27FC236}">
                  <a16:creationId xmlns:a16="http://schemas.microsoft.com/office/drawing/2014/main" id="{00868AA2-D972-0810-5022-C9AA32591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1" name="Freeform 446">
              <a:extLst>
                <a:ext uri="{FF2B5EF4-FFF2-40B4-BE49-F238E27FC236}">
                  <a16:creationId xmlns:a16="http://schemas.microsoft.com/office/drawing/2014/main" id="{3731C75D-4500-7DE3-B4D2-F35A671E1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2" name="Freeform 458">
              <a:extLst>
                <a:ext uri="{FF2B5EF4-FFF2-40B4-BE49-F238E27FC236}">
                  <a16:creationId xmlns:a16="http://schemas.microsoft.com/office/drawing/2014/main" id="{7D75C381-EC72-3D7E-2166-58934675C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3" name="Freeform 459">
              <a:extLst>
                <a:ext uri="{FF2B5EF4-FFF2-40B4-BE49-F238E27FC236}">
                  <a16:creationId xmlns:a16="http://schemas.microsoft.com/office/drawing/2014/main" id="{F8A838B7-A95C-C085-5C88-C6499FD4F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4" name="Freeform 460">
              <a:extLst>
                <a:ext uri="{FF2B5EF4-FFF2-40B4-BE49-F238E27FC236}">
                  <a16:creationId xmlns:a16="http://schemas.microsoft.com/office/drawing/2014/main" id="{C7AF0470-3DAA-8BD7-B836-69622D251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5" name="Freeform 461">
              <a:extLst>
                <a:ext uri="{FF2B5EF4-FFF2-40B4-BE49-F238E27FC236}">
                  <a16:creationId xmlns:a16="http://schemas.microsoft.com/office/drawing/2014/main" id="{41AADC33-5272-6440-6CEA-3BEA2D844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6" name="Freeform 462">
              <a:extLst>
                <a:ext uri="{FF2B5EF4-FFF2-40B4-BE49-F238E27FC236}">
                  <a16:creationId xmlns:a16="http://schemas.microsoft.com/office/drawing/2014/main" id="{346CC0A1-324C-2DF1-610D-BFC9EC1EA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7" name="Freeform 463">
              <a:extLst>
                <a:ext uri="{FF2B5EF4-FFF2-40B4-BE49-F238E27FC236}">
                  <a16:creationId xmlns:a16="http://schemas.microsoft.com/office/drawing/2014/main" id="{E342B639-BC9D-3056-B021-5DDF2A0A0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8" name="Freeform 464">
              <a:extLst>
                <a:ext uri="{FF2B5EF4-FFF2-40B4-BE49-F238E27FC236}">
                  <a16:creationId xmlns:a16="http://schemas.microsoft.com/office/drawing/2014/main" id="{E96D5D0E-A8F2-0835-73B7-B8BA12063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9" name="Freeform 465">
              <a:extLst>
                <a:ext uri="{FF2B5EF4-FFF2-40B4-BE49-F238E27FC236}">
                  <a16:creationId xmlns:a16="http://schemas.microsoft.com/office/drawing/2014/main" id="{99E2F8F4-47E9-D15A-59ED-513D3AA8B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0" name="Freeform 466">
              <a:extLst>
                <a:ext uri="{FF2B5EF4-FFF2-40B4-BE49-F238E27FC236}">
                  <a16:creationId xmlns:a16="http://schemas.microsoft.com/office/drawing/2014/main" id="{A9B2779B-5355-C591-94E0-AE25CBCF0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1" name="Freeform 478">
              <a:extLst>
                <a:ext uri="{FF2B5EF4-FFF2-40B4-BE49-F238E27FC236}">
                  <a16:creationId xmlns:a16="http://schemas.microsoft.com/office/drawing/2014/main" id="{C28C3F78-CDB7-C4D3-DAF2-C15810856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2" name="Freeform 479">
              <a:extLst>
                <a:ext uri="{FF2B5EF4-FFF2-40B4-BE49-F238E27FC236}">
                  <a16:creationId xmlns:a16="http://schemas.microsoft.com/office/drawing/2014/main" id="{86C455A4-39A1-77A8-85A2-C8109AEB2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3" name="Freeform 480">
              <a:extLst>
                <a:ext uri="{FF2B5EF4-FFF2-40B4-BE49-F238E27FC236}">
                  <a16:creationId xmlns:a16="http://schemas.microsoft.com/office/drawing/2014/main" id="{48D5FEDB-36CC-F02B-B576-9820587D3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4" name="Freeform 481">
              <a:extLst>
                <a:ext uri="{FF2B5EF4-FFF2-40B4-BE49-F238E27FC236}">
                  <a16:creationId xmlns:a16="http://schemas.microsoft.com/office/drawing/2014/main" id="{C4F76CC8-D0C1-B624-9AE6-B10491140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5" name="Freeform 482">
              <a:extLst>
                <a:ext uri="{FF2B5EF4-FFF2-40B4-BE49-F238E27FC236}">
                  <a16:creationId xmlns:a16="http://schemas.microsoft.com/office/drawing/2014/main" id="{A6A62C6A-DB9D-B774-1AFB-8FC99590F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6" name="Freeform 483">
              <a:extLst>
                <a:ext uri="{FF2B5EF4-FFF2-40B4-BE49-F238E27FC236}">
                  <a16:creationId xmlns:a16="http://schemas.microsoft.com/office/drawing/2014/main" id="{BA103E8C-BAC4-F33B-7812-E3088D175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7" name="Freeform 484">
              <a:extLst>
                <a:ext uri="{FF2B5EF4-FFF2-40B4-BE49-F238E27FC236}">
                  <a16:creationId xmlns:a16="http://schemas.microsoft.com/office/drawing/2014/main" id="{639CB2A7-F69E-6FD7-96BF-F3DA336E1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8" name="Freeform 485">
              <a:extLst>
                <a:ext uri="{FF2B5EF4-FFF2-40B4-BE49-F238E27FC236}">
                  <a16:creationId xmlns:a16="http://schemas.microsoft.com/office/drawing/2014/main" id="{1D440ADA-8C1E-1619-11E9-50246DD03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9" name="Oval 486">
              <a:extLst>
                <a:ext uri="{FF2B5EF4-FFF2-40B4-BE49-F238E27FC236}">
                  <a16:creationId xmlns:a16="http://schemas.microsoft.com/office/drawing/2014/main" id="{1FF11037-3C80-47B9-DF7E-FA601D836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0" name="Oval 498">
              <a:extLst>
                <a:ext uri="{FF2B5EF4-FFF2-40B4-BE49-F238E27FC236}">
                  <a16:creationId xmlns:a16="http://schemas.microsoft.com/office/drawing/2014/main" id="{B0DD1C67-F2A0-52A2-B84C-C92A78D15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1" name="Oval 499">
              <a:extLst>
                <a:ext uri="{FF2B5EF4-FFF2-40B4-BE49-F238E27FC236}">
                  <a16:creationId xmlns:a16="http://schemas.microsoft.com/office/drawing/2014/main" id="{B6486C25-24A6-88DD-95D5-F7C345EE2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2" name="Freeform 500">
              <a:extLst>
                <a:ext uri="{FF2B5EF4-FFF2-40B4-BE49-F238E27FC236}">
                  <a16:creationId xmlns:a16="http://schemas.microsoft.com/office/drawing/2014/main" id="{0F2BF4CC-652D-420E-35FA-BB3D65542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3" name="Freeform 501">
              <a:extLst>
                <a:ext uri="{FF2B5EF4-FFF2-40B4-BE49-F238E27FC236}">
                  <a16:creationId xmlns:a16="http://schemas.microsoft.com/office/drawing/2014/main" id="{844C8F2B-0238-C125-7408-1E7F53664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4" name="Freeform 502">
              <a:extLst>
                <a:ext uri="{FF2B5EF4-FFF2-40B4-BE49-F238E27FC236}">
                  <a16:creationId xmlns:a16="http://schemas.microsoft.com/office/drawing/2014/main" id="{533FCA49-5A13-1B4C-89D6-5BE850697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5" name="Freeform 503">
              <a:extLst>
                <a:ext uri="{FF2B5EF4-FFF2-40B4-BE49-F238E27FC236}">
                  <a16:creationId xmlns:a16="http://schemas.microsoft.com/office/drawing/2014/main" id="{C723EFE2-537D-FEEB-3FCF-5A9EF428B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6" name="Freeform 504">
              <a:extLst>
                <a:ext uri="{FF2B5EF4-FFF2-40B4-BE49-F238E27FC236}">
                  <a16:creationId xmlns:a16="http://schemas.microsoft.com/office/drawing/2014/main" id="{82CBACCC-1851-9487-7D34-35858E19E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7" name="Freeform 505">
              <a:extLst>
                <a:ext uri="{FF2B5EF4-FFF2-40B4-BE49-F238E27FC236}">
                  <a16:creationId xmlns:a16="http://schemas.microsoft.com/office/drawing/2014/main" id="{35B68258-44A5-DE9C-ABCD-EE1A67A63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8" name="Freeform 506">
              <a:extLst>
                <a:ext uri="{FF2B5EF4-FFF2-40B4-BE49-F238E27FC236}">
                  <a16:creationId xmlns:a16="http://schemas.microsoft.com/office/drawing/2014/main" id="{926E34D2-640E-6EE9-B9CA-62B37250C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9" name="Oval 518">
              <a:extLst>
                <a:ext uri="{FF2B5EF4-FFF2-40B4-BE49-F238E27FC236}">
                  <a16:creationId xmlns:a16="http://schemas.microsoft.com/office/drawing/2014/main" id="{8CD4C38D-1FBF-3E96-3806-6AFAC1782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0" name="Freeform 519">
              <a:extLst>
                <a:ext uri="{FF2B5EF4-FFF2-40B4-BE49-F238E27FC236}">
                  <a16:creationId xmlns:a16="http://schemas.microsoft.com/office/drawing/2014/main" id="{0EE20D84-F12F-9E0F-0B23-826621B09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1" name="Freeform 520">
              <a:extLst>
                <a:ext uri="{FF2B5EF4-FFF2-40B4-BE49-F238E27FC236}">
                  <a16:creationId xmlns:a16="http://schemas.microsoft.com/office/drawing/2014/main" id="{B946905E-0D3F-1AA7-9A44-BBEDF7140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2" name="Freeform 521">
              <a:extLst>
                <a:ext uri="{FF2B5EF4-FFF2-40B4-BE49-F238E27FC236}">
                  <a16:creationId xmlns:a16="http://schemas.microsoft.com/office/drawing/2014/main" id="{B93F3207-F823-3168-6824-064BC64EE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3" name="Freeform 522">
              <a:extLst>
                <a:ext uri="{FF2B5EF4-FFF2-40B4-BE49-F238E27FC236}">
                  <a16:creationId xmlns:a16="http://schemas.microsoft.com/office/drawing/2014/main" id="{6633FB73-D025-39B2-FDD8-0B7D214FA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4" name="Freeform 523">
              <a:extLst>
                <a:ext uri="{FF2B5EF4-FFF2-40B4-BE49-F238E27FC236}">
                  <a16:creationId xmlns:a16="http://schemas.microsoft.com/office/drawing/2014/main" id="{6FB64B2F-CC1F-D90D-653B-9282837FB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5" name="Freeform 524">
              <a:extLst>
                <a:ext uri="{FF2B5EF4-FFF2-40B4-BE49-F238E27FC236}">
                  <a16:creationId xmlns:a16="http://schemas.microsoft.com/office/drawing/2014/main" id="{6491D525-D5C4-8768-44D6-95BFB491E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6" name="Freeform 525">
              <a:extLst>
                <a:ext uri="{FF2B5EF4-FFF2-40B4-BE49-F238E27FC236}">
                  <a16:creationId xmlns:a16="http://schemas.microsoft.com/office/drawing/2014/main" id="{D8C3BDA2-0F56-35F9-3F1D-D92D47F25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7" name="Freeform 526">
              <a:extLst>
                <a:ext uri="{FF2B5EF4-FFF2-40B4-BE49-F238E27FC236}">
                  <a16:creationId xmlns:a16="http://schemas.microsoft.com/office/drawing/2014/main" id="{1293162B-13BC-C418-79A6-5C6F82FF0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8" name="Freeform 538">
              <a:extLst>
                <a:ext uri="{FF2B5EF4-FFF2-40B4-BE49-F238E27FC236}">
                  <a16:creationId xmlns:a16="http://schemas.microsoft.com/office/drawing/2014/main" id="{3CDFF3D2-5D99-729B-FFEC-FDDFB0C7B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9" name="Freeform 539">
              <a:extLst>
                <a:ext uri="{FF2B5EF4-FFF2-40B4-BE49-F238E27FC236}">
                  <a16:creationId xmlns:a16="http://schemas.microsoft.com/office/drawing/2014/main" id="{79C3F17B-2859-4FF6-D077-D88CCD301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0" name="Oval 540">
              <a:extLst>
                <a:ext uri="{FF2B5EF4-FFF2-40B4-BE49-F238E27FC236}">
                  <a16:creationId xmlns:a16="http://schemas.microsoft.com/office/drawing/2014/main" id="{AD6E7A58-6663-0FD0-EC2A-F46C7DEB0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1" name="Oval 541">
              <a:extLst>
                <a:ext uri="{FF2B5EF4-FFF2-40B4-BE49-F238E27FC236}">
                  <a16:creationId xmlns:a16="http://schemas.microsoft.com/office/drawing/2014/main" id="{B4206378-5FF9-0373-4C33-349CECDEC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2" name="Freeform 542">
              <a:extLst>
                <a:ext uri="{FF2B5EF4-FFF2-40B4-BE49-F238E27FC236}">
                  <a16:creationId xmlns:a16="http://schemas.microsoft.com/office/drawing/2014/main" id="{3C424545-73F0-5160-CB22-9377F3109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3" name="Freeform 543">
              <a:extLst>
                <a:ext uri="{FF2B5EF4-FFF2-40B4-BE49-F238E27FC236}">
                  <a16:creationId xmlns:a16="http://schemas.microsoft.com/office/drawing/2014/main" id="{67D5A224-B369-A3CC-C073-7B5CE7332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4" name="Freeform 544">
              <a:extLst>
                <a:ext uri="{FF2B5EF4-FFF2-40B4-BE49-F238E27FC236}">
                  <a16:creationId xmlns:a16="http://schemas.microsoft.com/office/drawing/2014/main" id="{9A3290F1-7D4E-A0E6-65FE-0340D39F1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5" name="Freeform 545">
              <a:extLst>
                <a:ext uri="{FF2B5EF4-FFF2-40B4-BE49-F238E27FC236}">
                  <a16:creationId xmlns:a16="http://schemas.microsoft.com/office/drawing/2014/main" id="{B56AAEDE-24D7-4386-7458-0998CEA74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6" name="Freeform 546">
              <a:extLst>
                <a:ext uri="{FF2B5EF4-FFF2-40B4-BE49-F238E27FC236}">
                  <a16:creationId xmlns:a16="http://schemas.microsoft.com/office/drawing/2014/main" id="{CD0919A5-7F09-7618-DC57-36A3ACDDF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7" name="Freeform 558">
              <a:extLst>
                <a:ext uri="{FF2B5EF4-FFF2-40B4-BE49-F238E27FC236}">
                  <a16:creationId xmlns:a16="http://schemas.microsoft.com/office/drawing/2014/main" id="{BE8D593F-787D-83B8-B565-D4E4E60BC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8" name="Freeform 559">
              <a:extLst>
                <a:ext uri="{FF2B5EF4-FFF2-40B4-BE49-F238E27FC236}">
                  <a16:creationId xmlns:a16="http://schemas.microsoft.com/office/drawing/2014/main" id="{F75865B6-2CA2-109D-3D2A-C60839838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9" name="Oval 560">
              <a:extLst>
                <a:ext uri="{FF2B5EF4-FFF2-40B4-BE49-F238E27FC236}">
                  <a16:creationId xmlns:a16="http://schemas.microsoft.com/office/drawing/2014/main" id="{CB9916F1-AB4A-583A-4B01-08A144696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0" name="Oval 561">
              <a:extLst>
                <a:ext uri="{FF2B5EF4-FFF2-40B4-BE49-F238E27FC236}">
                  <a16:creationId xmlns:a16="http://schemas.microsoft.com/office/drawing/2014/main" id="{B5376169-C494-4BD6-66D9-A5ACDEA73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1" name="Freeform 562">
              <a:extLst>
                <a:ext uri="{FF2B5EF4-FFF2-40B4-BE49-F238E27FC236}">
                  <a16:creationId xmlns:a16="http://schemas.microsoft.com/office/drawing/2014/main" id="{8102451F-96B3-BAF8-3166-8B2E81F10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2" name="Freeform 563">
              <a:extLst>
                <a:ext uri="{FF2B5EF4-FFF2-40B4-BE49-F238E27FC236}">
                  <a16:creationId xmlns:a16="http://schemas.microsoft.com/office/drawing/2014/main" id="{B41D3A78-0368-BA96-E0F2-A32916FE9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3" name="Freeform 564">
              <a:extLst>
                <a:ext uri="{FF2B5EF4-FFF2-40B4-BE49-F238E27FC236}">
                  <a16:creationId xmlns:a16="http://schemas.microsoft.com/office/drawing/2014/main" id="{C4766303-AE74-9407-46BF-85AA8590A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4" name="Freeform 565">
              <a:extLst>
                <a:ext uri="{FF2B5EF4-FFF2-40B4-BE49-F238E27FC236}">
                  <a16:creationId xmlns:a16="http://schemas.microsoft.com/office/drawing/2014/main" id="{CE1E6F12-DBD1-0023-B4E7-9BFA6BAB6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5" name="Freeform 566">
              <a:extLst>
                <a:ext uri="{FF2B5EF4-FFF2-40B4-BE49-F238E27FC236}">
                  <a16:creationId xmlns:a16="http://schemas.microsoft.com/office/drawing/2014/main" id="{575D266F-DDA8-FD70-4B8A-9ACE923E6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6" name="Freeform 578">
              <a:extLst>
                <a:ext uri="{FF2B5EF4-FFF2-40B4-BE49-F238E27FC236}">
                  <a16:creationId xmlns:a16="http://schemas.microsoft.com/office/drawing/2014/main" id="{125CE159-6DCA-CA27-7DDA-981ACC9A4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7" name="Freeform 579">
              <a:extLst>
                <a:ext uri="{FF2B5EF4-FFF2-40B4-BE49-F238E27FC236}">
                  <a16:creationId xmlns:a16="http://schemas.microsoft.com/office/drawing/2014/main" id="{A8FFCA21-C4C9-F7F3-2970-D912D8F6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8" name="Freeform 580">
              <a:extLst>
                <a:ext uri="{FF2B5EF4-FFF2-40B4-BE49-F238E27FC236}">
                  <a16:creationId xmlns:a16="http://schemas.microsoft.com/office/drawing/2014/main" id="{B22A6798-D125-9871-8124-358862085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9" name="Freeform 581">
              <a:extLst>
                <a:ext uri="{FF2B5EF4-FFF2-40B4-BE49-F238E27FC236}">
                  <a16:creationId xmlns:a16="http://schemas.microsoft.com/office/drawing/2014/main" id="{03CC8649-501B-C9C6-2B3F-144EECA96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0" name="Freeform 582">
              <a:extLst>
                <a:ext uri="{FF2B5EF4-FFF2-40B4-BE49-F238E27FC236}">
                  <a16:creationId xmlns:a16="http://schemas.microsoft.com/office/drawing/2014/main" id="{5FE625A6-520C-4793-2C4D-1C94C7B93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1" name="Oval 583">
              <a:extLst>
                <a:ext uri="{FF2B5EF4-FFF2-40B4-BE49-F238E27FC236}">
                  <a16:creationId xmlns:a16="http://schemas.microsoft.com/office/drawing/2014/main" id="{33F1ED4C-6BF8-761D-917E-5BF8657A5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2" name="Freeform 584">
              <a:extLst>
                <a:ext uri="{FF2B5EF4-FFF2-40B4-BE49-F238E27FC236}">
                  <a16:creationId xmlns:a16="http://schemas.microsoft.com/office/drawing/2014/main" id="{DEDAB198-A4B4-DDF8-21F2-25C33ABF5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3" name="Freeform 585">
              <a:extLst>
                <a:ext uri="{FF2B5EF4-FFF2-40B4-BE49-F238E27FC236}">
                  <a16:creationId xmlns:a16="http://schemas.microsoft.com/office/drawing/2014/main" id="{EC188A2F-2D80-73F2-BF06-79699985C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4" name="Freeform 586">
              <a:extLst>
                <a:ext uri="{FF2B5EF4-FFF2-40B4-BE49-F238E27FC236}">
                  <a16:creationId xmlns:a16="http://schemas.microsoft.com/office/drawing/2014/main" id="{699E8E68-988C-32D1-3AB3-F8A2D7E05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5" name="Freeform 598">
              <a:extLst>
                <a:ext uri="{FF2B5EF4-FFF2-40B4-BE49-F238E27FC236}">
                  <a16:creationId xmlns:a16="http://schemas.microsoft.com/office/drawing/2014/main" id="{565C55CF-C135-9AA4-C48D-96951544B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6" name="Freeform 599">
              <a:extLst>
                <a:ext uri="{FF2B5EF4-FFF2-40B4-BE49-F238E27FC236}">
                  <a16:creationId xmlns:a16="http://schemas.microsoft.com/office/drawing/2014/main" id="{8BD9DDCD-CC2B-A1D9-9031-DB3F60B23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7" name="Freeform 600">
              <a:extLst>
                <a:ext uri="{FF2B5EF4-FFF2-40B4-BE49-F238E27FC236}">
                  <a16:creationId xmlns:a16="http://schemas.microsoft.com/office/drawing/2014/main" id="{A3F4C5A3-2CE4-053E-B4ED-058ACE8E8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8" name="Freeform 601">
              <a:extLst>
                <a:ext uri="{FF2B5EF4-FFF2-40B4-BE49-F238E27FC236}">
                  <a16:creationId xmlns:a16="http://schemas.microsoft.com/office/drawing/2014/main" id="{D412C261-1395-FC70-660F-13BF4607E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9" name="Freeform 602">
              <a:extLst>
                <a:ext uri="{FF2B5EF4-FFF2-40B4-BE49-F238E27FC236}">
                  <a16:creationId xmlns:a16="http://schemas.microsoft.com/office/drawing/2014/main" id="{654C88B9-7E58-3016-96A2-F5915B146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0" name="Oval 603">
              <a:extLst>
                <a:ext uri="{FF2B5EF4-FFF2-40B4-BE49-F238E27FC236}">
                  <a16:creationId xmlns:a16="http://schemas.microsoft.com/office/drawing/2014/main" id="{ADFA4A2D-5B47-3641-89A9-1E453BAE9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1" name="Oval 604">
              <a:extLst>
                <a:ext uri="{FF2B5EF4-FFF2-40B4-BE49-F238E27FC236}">
                  <a16:creationId xmlns:a16="http://schemas.microsoft.com/office/drawing/2014/main" id="{BB02B951-C161-1320-4C0E-784482FDB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2" name="Freeform 605">
              <a:extLst>
                <a:ext uri="{FF2B5EF4-FFF2-40B4-BE49-F238E27FC236}">
                  <a16:creationId xmlns:a16="http://schemas.microsoft.com/office/drawing/2014/main" id="{DE69210E-1BCC-1FC8-C95F-4A916BE29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3" name="Freeform 606">
              <a:extLst>
                <a:ext uri="{FF2B5EF4-FFF2-40B4-BE49-F238E27FC236}">
                  <a16:creationId xmlns:a16="http://schemas.microsoft.com/office/drawing/2014/main" id="{9CD88471-9D47-FE97-9E85-3FF0F53F1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723900" y="1971470"/>
            <a:ext cx="6883130" cy="798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Bebas Neue"/>
              <a:buNone/>
              <a:defRPr sz="5000"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723900" y="2727185"/>
            <a:ext cx="6883130" cy="449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  <a:sym typeface="Anaheim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723901" y="974767"/>
            <a:ext cx="1117869" cy="64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  <a:latin typeface="Poppins ExtraBold" panose="00000900000000000000" pitchFamily="2" charset="0"/>
                <a:ea typeface="Poppins ExtraBold" panose="00000900000000000000" pitchFamily="2" charset="0"/>
                <a:cs typeface="Poppins ExtraBold" panose="00000900000000000000" pitchFamily="2" charset="0"/>
                <a:sym typeface="Bebas Neue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grpSp>
        <p:nvGrpSpPr>
          <p:cNvPr id="267" name="Group 888">
            <a:extLst>
              <a:ext uri="{FF2B5EF4-FFF2-40B4-BE49-F238E27FC236}">
                <a16:creationId xmlns:a16="http://schemas.microsoft.com/office/drawing/2014/main" id="{124B21BF-B8A0-FB80-C279-B215D92FD9CC}"/>
              </a:ext>
            </a:extLst>
          </p:cNvPr>
          <p:cNvGrpSpPr/>
          <p:nvPr userDrawn="1"/>
        </p:nvGrpSpPr>
        <p:grpSpPr>
          <a:xfrm flipH="1" flipV="1">
            <a:off x="7203958" y="-155157"/>
            <a:ext cx="2187206" cy="2789633"/>
            <a:chOff x="3700202" y="2700338"/>
            <a:chExt cx="1654175" cy="2109788"/>
          </a:xfrm>
        </p:grpSpPr>
        <p:sp>
          <p:nvSpPr>
            <p:cNvPr id="268" name="Freeform 880">
              <a:extLst>
                <a:ext uri="{FF2B5EF4-FFF2-40B4-BE49-F238E27FC236}">
                  <a16:creationId xmlns:a16="http://schemas.microsoft.com/office/drawing/2014/main" id="{F5793FBE-42E5-3D77-A19B-25186F2CB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202" y="2700338"/>
              <a:ext cx="1654175" cy="2109788"/>
            </a:xfrm>
            <a:custGeom>
              <a:avLst/>
              <a:gdLst>
                <a:gd name="T0" fmla="*/ 50004 w 50004"/>
                <a:gd name="T1" fmla="*/ 50004 h 63780"/>
                <a:gd name="T2" fmla="*/ 0 w 50004"/>
                <a:gd name="T3" fmla="*/ 0 h 63780"/>
                <a:gd name="T4" fmla="*/ 79 w 50004"/>
                <a:gd name="T5" fmla="*/ 29993 h 63780"/>
                <a:gd name="T6" fmla="*/ 33867 w 50004"/>
                <a:gd name="T7" fmla="*/ 63780 h 63780"/>
                <a:gd name="T8" fmla="*/ 50001 w 50004"/>
                <a:gd name="T9" fmla="*/ 63703 h 63780"/>
                <a:gd name="T10" fmla="*/ 50004 w 50004"/>
                <a:gd name="T11" fmla="*/ 50004 h 63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004" h="6378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9" name="Freeform 882">
              <a:extLst>
                <a:ext uri="{FF2B5EF4-FFF2-40B4-BE49-F238E27FC236}">
                  <a16:creationId xmlns:a16="http://schemas.microsoft.com/office/drawing/2014/main" id="{68537F61-9193-3F88-5AC6-61DD0C0DE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377" y="3690938"/>
              <a:ext cx="1117600" cy="1117600"/>
            </a:xfrm>
            <a:custGeom>
              <a:avLst/>
              <a:gdLst>
                <a:gd name="T0" fmla="*/ 0 w 33788"/>
                <a:gd name="T1" fmla="*/ 0 h 33787"/>
                <a:gd name="T2" fmla="*/ 33788 w 33788"/>
                <a:gd name="T3" fmla="*/ 33787 h 33787"/>
                <a:gd name="T4" fmla="*/ 36 w 33788"/>
                <a:gd name="T5" fmla="*/ 33751 h 33787"/>
                <a:gd name="T6" fmla="*/ 0 w 33788"/>
                <a:gd name="T7" fmla="*/ 0 h 33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788" h="33787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0" name="Freeform 883">
              <a:extLst>
                <a:ext uri="{FF2B5EF4-FFF2-40B4-BE49-F238E27FC236}">
                  <a16:creationId xmlns:a16="http://schemas.microsoft.com/office/drawing/2014/main" id="{F08FB566-D591-44F7-228F-29F45FFE9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390" y="3656013"/>
              <a:ext cx="935038" cy="652463"/>
            </a:xfrm>
            <a:custGeom>
              <a:avLst/>
              <a:gdLst>
                <a:gd name="T0" fmla="*/ 0 w 28281"/>
                <a:gd name="T1" fmla="*/ 5276 h 19728"/>
                <a:gd name="T2" fmla="*/ 0 w 28281"/>
                <a:gd name="T3" fmla="*/ 5276 h 19728"/>
                <a:gd name="T4" fmla="*/ 19104 w 28281"/>
                <a:gd name="T5" fmla="*/ 5276 h 19728"/>
                <a:gd name="T6" fmla="*/ 28281 w 28281"/>
                <a:gd name="T7" fmla="*/ 14453 h 19728"/>
                <a:gd name="T8" fmla="*/ 28281 w 28281"/>
                <a:gd name="T9" fmla="*/ 14453 h 19728"/>
                <a:gd name="T10" fmla="*/ 9177 w 28281"/>
                <a:gd name="T11" fmla="*/ 14453 h 19728"/>
                <a:gd name="T12" fmla="*/ 0 w 28281"/>
                <a:gd name="T13" fmla="*/ 5276 h 19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8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1" name="Freeform 884">
              <a:extLst>
                <a:ext uri="{FF2B5EF4-FFF2-40B4-BE49-F238E27FC236}">
                  <a16:creationId xmlns:a16="http://schemas.microsoft.com/office/drawing/2014/main" id="{518A5A0A-645E-61BA-39D0-E6D290D53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240" y="3967163"/>
              <a:ext cx="935038" cy="652463"/>
            </a:xfrm>
            <a:custGeom>
              <a:avLst/>
              <a:gdLst>
                <a:gd name="T0" fmla="*/ 0 w 28281"/>
                <a:gd name="T1" fmla="*/ 5275 h 19727"/>
                <a:gd name="T2" fmla="*/ 0 w 28281"/>
                <a:gd name="T3" fmla="*/ 5275 h 19727"/>
                <a:gd name="T4" fmla="*/ 19104 w 28281"/>
                <a:gd name="T5" fmla="*/ 5275 h 19727"/>
                <a:gd name="T6" fmla="*/ 28281 w 28281"/>
                <a:gd name="T7" fmla="*/ 14452 h 19727"/>
                <a:gd name="T8" fmla="*/ 28281 w 28281"/>
                <a:gd name="T9" fmla="*/ 14452 h 19727"/>
                <a:gd name="T10" fmla="*/ 9177 w 28281"/>
                <a:gd name="T11" fmla="*/ 14452 h 19727"/>
                <a:gd name="T12" fmla="*/ 0 w 28281"/>
                <a:gd name="T13" fmla="*/ 5275 h 19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7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2" name="Freeform 885">
              <a:extLst>
                <a:ext uri="{FF2B5EF4-FFF2-40B4-BE49-F238E27FC236}">
                  <a16:creationId xmlns:a16="http://schemas.microsoft.com/office/drawing/2014/main" id="{1EDC180E-67D3-EC7F-35F3-02908C8CE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827" y="3976688"/>
              <a:ext cx="401638" cy="401638"/>
            </a:xfrm>
            <a:custGeom>
              <a:avLst/>
              <a:gdLst>
                <a:gd name="T0" fmla="*/ 2647 w 12133"/>
                <a:gd name="T1" fmla="*/ 9486 h 12133"/>
                <a:gd name="T2" fmla="*/ 12133 w 12133"/>
                <a:gd name="T3" fmla="*/ 9597 h 12133"/>
                <a:gd name="T4" fmla="*/ 2536 w 12133"/>
                <a:gd name="T5" fmla="*/ 0 h 12133"/>
                <a:gd name="T6" fmla="*/ 2647 w 12133"/>
                <a:gd name="T7" fmla="*/ 9486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3" name="Freeform 886">
              <a:extLst>
                <a:ext uri="{FF2B5EF4-FFF2-40B4-BE49-F238E27FC236}">
                  <a16:creationId xmlns:a16="http://schemas.microsoft.com/office/drawing/2014/main" id="{4FFC3B9B-85C9-76C7-6105-21869224F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377" y="3895725"/>
              <a:ext cx="401638" cy="401638"/>
            </a:xfrm>
            <a:custGeom>
              <a:avLst/>
              <a:gdLst>
                <a:gd name="T0" fmla="*/ 9486 w 12133"/>
                <a:gd name="T1" fmla="*/ 2647 h 12133"/>
                <a:gd name="T2" fmla="*/ 0 w 12133"/>
                <a:gd name="T3" fmla="*/ 2536 h 12133"/>
                <a:gd name="T4" fmla="*/ 9597 w 12133"/>
                <a:gd name="T5" fmla="*/ 12133 h 12133"/>
                <a:gd name="T6" fmla="*/ 9486 w 12133"/>
                <a:gd name="T7" fmla="*/ 2647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74" name="Freeform 881">
            <a:extLst>
              <a:ext uri="{FF2B5EF4-FFF2-40B4-BE49-F238E27FC236}">
                <a16:creationId xmlns:a16="http://schemas.microsoft.com/office/drawing/2014/main" id="{D4AA97A7-5429-CEA0-F8B7-7BC598B434F9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7871" y="3678747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grpSp>
        <p:nvGrpSpPr>
          <p:cNvPr id="275" name="Group 894">
            <a:extLst>
              <a:ext uri="{FF2B5EF4-FFF2-40B4-BE49-F238E27FC236}">
                <a16:creationId xmlns:a16="http://schemas.microsoft.com/office/drawing/2014/main" id="{6CBFE7F8-CFAD-25A1-ACC7-9D58EF91534C}"/>
              </a:ext>
            </a:extLst>
          </p:cNvPr>
          <p:cNvGrpSpPr/>
          <p:nvPr userDrawn="1"/>
        </p:nvGrpSpPr>
        <p:grpSpPr>
          <a:xfrm>
            <a:off x="-36209" y="4108002"/>
            <a:ext cx="1658248" cy="1282517"/>
            <a:chOff x="5136226" y="2246221"/>
            <a:chExt cx="1254126" cy="969962"/>
          </a:xfrm>
        </p:grpSpPr>
        <p:sp>
          <p:nvSpPr>
            <p:cNvPr id="276" name="Freeform 353">
              <a:extLst>
                <a:ext uri="{FF2B5EF4-FFF2-40B4-BE49-F238E27FC236}">
                  <a16:creationId xmlns:a16="http://schemas.microsoft.com/office/drawing/2014/main" id="{7D5AE591-C2A5-433D-3BA6-DF400F277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8964" y="2246221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7" name="Freeform 354">
              <a:extLst>
                <a:ext uri="{FF2B5EF4-FFF2-40B4-BE49-F238E27FC236}">
                  <a16:creationId xmlns:a16="http://schemas.microsoft.com/office/drawing/2014/main" id="{25615A8C-4865-3F02-670A-C3C3EC025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6226" y="2558958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8" name="Freeform 355">
              <a:extLst>
                <a:ext uri="{FF2B5EF4-FFF2-40B4-BE49-F238E27FC236}">
                  <a16:creationId xmlns:a16="http://schemas.microsoft.com/office/drawing/2014/main" id="{8AD144D0-A80B-8D5F-AA4D-11166CA10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1989" y="2570071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9" name="Freeform 356">
              <a:extLst>
                <a:ext uri="{FF2B5EF4-FFF2-40B4-BE49-F238E27FC236}">
                  <a16:creationId xmlns:a16="http://schemas.microsoft.com/office/drawing/2014/main" id="{8C77B0C0-76D5-59FF-8142-730973364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539" y="2487521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398" name="Grupo 397">
            <a:extLst>
              <a:ext uri="{FF2B5EF4-FFF2-40B4-BE49-F238E27FC236}">
                <a16:creationId xmlns:a16="http://schemas.microsoft.com/office/drawing/2014/main" id="{D1C73558-C7B5-35FE-0908-C81B3B56404F}"/>
              </a:ext>
            </a:extLst>
          </p:cNvPr>
          <p:cNvGrpSpPr/>
          <p:nvPr userDrawn="1"/>
        </p:nvGrpSpPr>
        <p:grpSpPr>
          <a:xfrm flipH="1">
            <a:off x="8012764" y="4051315"/>
            <a:ext cx="1507863" cy="1510278"/>
            <a:chOff x="39184" y="-151930"/>
            <a:chExt cx="1309806" cy="1311904"/>
          </a:xfrm>
          <a:solidFill>
            <a:schemeClr val="accent1"/>
          </a:solidFill>
        </p:grpSpPr>
        <p:sp>
          <p:nvSpPr>
            <p:cNvPr id="399" name="Oval 357">
              <a:extLst>
                <a:ext uri="{FF2B5EF4-FFF2-40B4-BE49-F238E27FC236}">
                  <a16:creationId xmlns:a16="http://schemas.microsoft.com/office/drawing/2014/main" id="{12F8CA7E-2D43-F1E2-41B5-5F4076062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0" name="Freeform 358">
              <a:extLst>
                <a:ext uri="{FF2B5EF4-FFF2-40B4-BE49-F238E27FC236}">
                  <a16:creationId xmlns:a16="http://schemas.microsoft.com/office/drawing/2014/main" id="{19B28483-F114-432D-EF16-AD9E474E4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1" name="Freeform 359">
              <a:extLst>
                <a:ext uri="{FF2B5EF4-FFF2-40B4-BE49-F238E27FC236}">
                  <a16:creationId xmlns:a16="http://schemas.microsoft.com/office/drawing/2014/main" id="{479BBEF7-FD52-7DE0-21C8-0D42DB660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2" name="Freeform 360">
              <a:extLst>
                <a:ext uri="{FF2B5EF4-FFF2-40B4-BE49-F238E27FC236}">
                  <a16:creationId xmlns:a16="http://schemas.microsoft.com/office/drawing/2014/main" id="{C024C478-5C67-A7A3-023C-5782449B7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3" name="Freeform 361">
              <a:extLst>
                <a:ext uri="{FF2B5EF4-FFF2-40B4-BE49-F238E27FC236}">
                  <a16:creationId xmlns:a16="http://schemas.microsoft.com/office/drawing/2014/main" id="{C01CE9E7-0409-473C-5142-A1A3C08ED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4" name="Freeform 362">
              <a:extLst>
                <a:ext uri="{FF2B5EF4-FFF2-40B4-BE49-F238E27FC236}">
                  <a16:creationId xmlns:a16="http://schemas.microsoft.com/office/drawing/2014/main" id="{A744C6A3-3205-07EE-C248-E645C22EE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5" name="Freeform 363">
              <a:extLst>
                <a:ext uri="{FF2B5EF4-FFF2-40B4-BE49-F238E27FC236}">
                  <a16:creationId xmlns:a16="http://schemas.microsoft.com/office/drawing/2014/main" id="{B0E54A79-89A7-6356-C95C-62D2BD643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6" name="Freeform 364">
              <a:extLst>
                <a:ext uri="{FF2B5EF4-FFF2-40B4-BE49-F238E27FC236}">
                  <a16:creationId xmlns:a16="http://schemas.microsoft.com/office/drawing/2014/main" id="{E5BADCBA-C15C-4268-26F0-D000E6E4C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7" name="Freeform 365">
              <a:extLst>
                <a:ext uri="{FF2B5EF4-FFF2-40B4-BE49-F238E27FC236}">
                  <a16:creationId xmlns:a16="http://schemas.microsoft.com/office/drawing/2014/main" id="{A585424A-57D5-7BE2-E387-D3B864BB5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8" name="Freeform 377">
              <a:extLst>
                <a:ext uri="{FF2B5EF4-FFF2-40B4-BE49-F238E27FC236}">
                  <a16:creationId xmlns:a16="http://schemas.microsoft.com/office/drawing/2014/main" id="{594871EB-8DDD-F4B6-6DB6-E2D018BC9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9" name="Freeform 378">
              <a:extLst>
                <a:ext uri="{FF2B5EF4-FFF2-40B4-BE49-F238E27FC236}">
                  <a16:creationId xmlns:a16="http://schemas.microsoft.com/office/drawing/2014/main" id="{91F81B96-326A-3CC4-E429-DE19FD0D9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0" name="Oval 379">
              <a:extLst>
                <a:ext uri="{FF2B5EF4-FFF2-40B4-BE49-F238E27FC236}">
                  <a16:creationId xmlns:a16="http://schemas.microsoft.com/office/drawing/2014/main" id="{AC033FFC-54E5-6498-138B-9C47DF7C0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1" name="Oval 380">
              <a:extLst>
                <a:ext uri="{FF2B5EF4-FFF2-40B4-BE49-F238E27FC236}">
                  <a16:creationId xmlns:a16="http://schemas.microsoft.com/office/drawing/2014/main" id="{32BC7CDD-31DA-FC8B-AF9A-59A73DEEA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2" name="Freeform 381">
              <a:extLst>
                <a:ext uri="{FF2B5EF4-FFF2-40B4-BE49-F238E27FC236}">
                  <a16:creationId xmlns:a16="http://schemas.microsoft.com/office/drawing/2014/main" id="{5E66FE71-9846-B390-6594-900FD2BE1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3" name="Freeform 382">
              <a:extLst>
                <a:ext uri="{FF2B5EF4-FFF2-40B4-BE49-F238E27FC236}">
                  <a16:creationId xmlns:a16="http://schemas.microsoft.com/office/drawing/2014/main" id="{26DE3057-247B-1435-5201-4EC80E370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4" name="Freeform 383">
              <a:extLst>
                <a:ext uri="{FF2B5EF4-FFF2-40B4-BE49-F238E27FC236}">
                  <a16:creationId xmlns:a16="http://schemas.microsoft.com/office/drawing/2014/main" id="{DE6A8B08-61D5-B46C-693D-0239BFD6A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5" name="Freeform 384">
              <a:extLst>
                <a:ext uri="{FF2B5EF4-FFF2-40B4-BE49-F238E27FC236}">
                  <a16:creationId xmlns:a16="http://schemas.microsoft.com/office/drawing/2014/main" id="{5A09E0C4-DC0A-F292-03BA-37ACE4D2F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6" name="Freeform 385">
              <a:extLst>
                <a:ext uri="{FF2B5EF4-FFF2-40B4-BE49-F238E27FC236}">
                  <a16:creationId xmlns:a16="http://schemas.microsoft.com/office/drawing/2014/main" id="{8DE325F5-49FE-A8BA-6D7E-0FD657901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7" name="Freeform 397">
              <a:extLst>
                <a:ext uri="{FF2B5EF4-FFF2-40B4-BE49-F238E27FC236}">
                  <a16:creationId xmlns:a16="http://schemas.microsoft.com/office/drawing/2014/main" id="{EEFC5FFF-F977-0C0D-AA08-69AC32396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8" name="Freeform 398">
              <a:extLst>
                <a:ext uri="{FF2B5EF4-FFF2-40B4-BE49-F238E27FC236}">
                  <a16:creationId xmlns:a16="http://schemas.microsoft.com/office/drawing/2014/main" id="{6CEF5634-4B58-318C-3125-711C50F44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9" name="Oval 399">
              <a:extLst>
                <a:ext uri="{FF2B5EF4-FFF2-40B4-BE49-F238E27FC236}">
                  <a16:creationId xmlns:a16="http://schemas.microsoft.com/office/drawing/2014/main" id="{E1B89449-4229-8CD8-5804-AE15ED397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0" name="Oval 400">
              <a:extLst>
                <a:ext uri="{FF2B5EF4-FFF2-40B4-BE49-F238E27FC236}">
                  <a16:creationId xmlns:a16="http://schemas.microsoft.com/office/drawing/2014/main" id="{E82289AC-1E32-1D1B-C445-BF23255AA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1" name="Freeform 401">
              <a:extLst>
                <a:ext uri="{FF2B5EF4-FFF2-40B4-BE49-F238E27FC236}">
                  <a16:creationId xmlns:a16="http://schemas.microsoft.com/office/drawing/2014/main" id="{7A1160E8-A932-2797-13E7-825560173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2" name="Freeform 402">
              <a:extLst>
                <a:ext uri="{FF2B5EF4-FFF2-40B4-BE49-F238E27FC236}">
                  <a16:creationId xmlns:a16="http://schemas.microsoft.com/office/drawing/2014/main" id="{05C6F2CA-A290-26C1-8BB5-37B615882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3" name="Freeform 403">
              <a:extLst>
                <a:ext uri="{FF2B5EF4-FFF2-40B4-BE49-F238E27FC236}">
                  <a16:creationId xmlns:a16="http://schemas.microsoft.com/office/drawing/2014/main" id="{BC56BA83-E9B9-C738-9DEF-ACBC4D785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4" name="Freeform 404">
              <a:extLst>
                <a:ext uri="{FF2B5EF4-FFF2-40B4-BE49-F238E27FC236}">
                  <a16:creationId xmlns:a16="http://schemas.microsoft.com/office/drawing/2014/main" id="{98C9507B-0ED8-138A-FF92-361F84698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5" name="Freeform 405">
              <a:extLst>
                <a:ext uri="{FF2B5EF4-FFF2-40B4-BE49-F238E27FC236}">
                  <a16:creationId xmlns:a16="http://schemas.microsoft.com/office/drawing/2014/main" id="{B5E2108A-7686-7123-0F97-D9638AF29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6" name="Freeform 418">
              <a:extLst>
                <a:ext uri="{FF2B5EF4-FFF2-40B4-BE49-F238E27FC236}">
                  <a16:creationId xmlns:a16="http://schemas.microsoft.com/office/drawing/2014/main" id="{FF573C7E-AD72-4C53-37DB-D06FF4504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7" name="Freeform 419">
              <a:extLst>
                <a:ext uri="{FF2B5EF4-FFF2-40B4-BE49-F238E27FC236}">
                  <a16:creationId xmlns:a16="http://schemas.microsoft.com/office/drawing/2014/main" id="{4FA07065-AD2F-2A57-92F4-73856404C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8" name="Freeform 420">
              <a:extLst>
                <a:ext uri="{FF2B5EF4-FFF2-40B4-BE49-F238E27FC236}">
                  <a16:creationId xmlns:a16="http://schemas.microsoft.com/office/drawing/2014/main" id="{C39AF497-6594-6928-A5FE-462746400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9" name="Freeform 421">
              <a:extLst>
                <a:ext uri="{FF2B5EF4-FFF2-40B4-BE49-F238E27FC236}">
                  <a16:creationId xmlns:a16="http://schemas.microsoft.com/office/drawing/2014/main" id="{A5FB3BCD-3461-165D-98EB-3E9D8E9F4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0" name="Freeform 422">
              <a:extLst>
                <a:ext uri="{FF2B5EF4-FFF2-40B4-BE49-F238E27FC236}">
                  <a16:creationId xmlns:a16="http://schemas.microsoft.com/office/drawing/2014/main" id="{D4AA5D36-E1FF-7943-8993-A59A6F69B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1" name="Oval 423">
              <a:extLst>
                <a:ext uri="{FF2B5EF4-FFF2-40B4-BE49-F238E27FC236}">
                  <a16:creationId xmlns:a16="http://schemas.microsoft.com/office/drawing/2014/main" id="{7EF264E8-67FD-BFC2-3BD6-172F0015E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2" name="Freeform 424">
              <a:extLst>
                <a:ext uri="{FF2B5EF4-FFF2-40B4-BE49-F238E27FC236}">
                  <a16:creationId xmlns:a16="http://schemas.microsoft.com/office/drawing/2014/main" id="{6EB09605-EBEF-A9E0-484D-BA4F1CD20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3" name="Freeform 425">
              <a:extLst>
                <a:ext uri="{FF2B5EF4-FFF2-40B4-BE49-F238E27FC236}">
                  <a16:creationId xmlns:a16="http://schemas.microsoft.com/office/drawing/2014/main" id="{194F1153-19A8-36A8-0539-FAC427B70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4" name="Freeform 426">
              <a:extLst>
                <a:ext uri="{FF2B5EF4-FFF2-40B4-BE49-F238E27FC236}">
                  <a16:creationId xmlns:a16="http://schemas.microsoft.com/office/drawing/2014/main" id="{4E2A5790-8F22-28C6-B09F-0D3202C61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5" name="Freeform 438">
              <a:extLst>
                <a:ext uri="{FF2B5EF4-FFF2-40B4-BE49-F238E27FC236}">
                  <a16:creationId xmlns:a16="http://schemas.microsoft.com/office/drawing/2014/main" id="{E435D6BD-0BCF-0DCF-33AD-989F1BEB6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6" name="Freeform 439">
              <a:extLst>
                <a:ext uri="{FF2B5EF4-FFF2-40B4-BE49-F238E27FC236}">
                  <a16:creationId xmlns:a16="http://schemas.microsoft.com/office/drawing/2014/main" id="{49161DE5-07A3-9B78-8124-4CBD0681E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7" name="Freeform 440">
              <a:extLst>
                <a:ext uri="{FF2B5EF4-FFF2-40B4-BE49-F238E27FC236}">
                  <a16:creationId xmlns:a16="http://schemas.microsoft.com/office/drawing/2014/main" id="{53F3B992-1AEF-7D87-4F96-31AFD8AC0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8" name="Freeform 441">
              <a:extLst>
                <a:ext uri="{FF2B5EF4-FFF2-40B4-BE49-F238E27FC236}">
                  <a16:creationId xmlns:a16="http://schemas.microsoft.com/office/drawing/2014/main" id="{5300C617-319C-9C4E-37C5-9B68A0450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9" name="Freeform 442">
              <a:extLst>
                <a:ext uri="{FF2B5EF4-FFF2-40B4-BE49-F238E27FC236}">
                  <a16:creationId xmlns:a16="http://schemas.microsoft.com/office/drawing/2014/main" id="{11038D8D-7D4A-5399-DAEC-DF4788F98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0" name="Oval 443">
              <a:extLst>
                <a:ext uri="{FF2B5EF4-FFF2-40B4-BE49-F238E27FC236}">
                  <a16:creationId xmlns:a16="http://schemas.microsoft.com/office/drawing/2014/main" id="{10157CFA-F41F-1FFF-68DD-635AB93A1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1" name="Oval 444">
              <a:extLst>
                <a:ext uri="{FF2B5EF4-FFF2-40B4-BE49-F238E27FC236}">
                  <a16:creationId xmlns:a16="http://schemas.microsoft.com/office/drawing/2014/main" id="{B7940A9E-A578-F60A-94B3-3075B72E0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2" name="Freeform 445">
              <a:extLst>
                <a:ext uri="{FF2B5EF4-FFF2-40B4-BE49-F238E27FC236}">
                  <a16:creationId xmlns:a16="http://schemas.microsoft.com/office/drawing/2014/main" id="{1F718683-828E-F00B-ADB7-968CF79EC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3" name="Freeform 446">
              <a:extLst>
                <a:ext uri="{FF2B5EF4-FFF2-40B4-BE49-F238E27FC236}">
                  <a16:creationId xmlns:a16="http://schemas.microsoft.com/office/drawing/2014/main" id="{0C7588BD-2949-A61F-69D7-408607808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4" name="Freeform 458">
              <a:extLst>
                <a:ext uri="{FF2B5EF4-FFF2-40B4-BE49-F238E27FC236}">
                  <a16:creationId xmlns:a16="http://schemas.microsoft.com/office/drawing/2014/main" id="{08F10C8D-00C5-D7FC-888E-62233321E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5" name="Freeform 459">
              <a:extLst>
                <a:ext uri="{FF2B5EF4-FFF2-40B4-BE49-F238E27FC236}">
                  <a16:creationId xmlns:a16="http://schemas.microsoft.com/office/drawing/2014/main" id="{499B3F6B-7B05-886E-A0BE-BA6F724DA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6" name="Freeform 460">
              <a:extLst>
                <a:ext uri="{FF2B5EF4-FFF2-40B4-BE49-F238E27FC236}">
                  <a16:creationId xmlns:a16="http://schemas.microsoft.com/office/drawing/2014/main" id="{BAE165A0-6F15-A878-0345-4204A9628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7" name="Freeform 461">
              <a:extLst>
                <a:ext uri="{FF2B5EF4-FFF2-40B4-BE49-F238E27FC236}">
                  <a16:creationId xmlns:a16="http://schemas.microsoft.com/office/drawing/2014/main" id="{2B5D4927-B844-2FC4-0651-9F09402D7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8" name="Freeform 462">
              <a:extLst>
                <a:ext uri="{FF2B5EF4-FFF2-40B4-BE49-F238E27FC236}">
                  <a16:creationId xmlns:a16="http://schemas.microsoft.com/office/drawing/2014/main" id="{2A7C02A9-A9AB-4719-2976-A05E3C02D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9" name="Freeform 463">
              <a:extLst>
                <a:ext uri="{FF2B5EF4-FFF2-40B4-BE49-F238E27FC236}">
                  <a16:creationId xmlns:a16="http://schemas.microsoft.com/office/drawing/2014/main" id="{2560C22F-EEA2-3C71-00F4-702FA9D11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0" name="Freeform 464">
              <a:extLst>
                <a:ext uri="{FF2B5EF4-FFF2-40B4-BE49-F238E27FC236}">
                  <a16:creationId xmlns:a16="http://schemas.microsoft.com/office/drawing/2014/main" id="{9BF87EDD-DCEB-8379-B695-60C1457C6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1" name="Freeform 465">
              <a:extLst>
                <a:ext uri="{FF2B5EF4-FFF2-40B4-BE49-F238E27FC236}">
                  <a16:creationId xmlns:a16="http://schemas.microsoft.com/office/drawing/2014/main" id="{529B08BA-BFA1-0358-D942-0CFC63A5A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2" name="Freeform 466">
              <a:extLst>
                <a:ext uri="{FF2B5EF4-FFF2-40B4-BE49-F238E27FC236}">
                  <a16:creationId xmlns:a16="http://schemas.microsoft.com/office/drawing/2014/main" id="{DD5F57BD-E26D-72F2-9541-46A5108D8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3" name="Freeform 478">
              <a:extLst>
                <a:ext uri="{FF2B5EF4-FFF2-40B4-BE49-F238E27FC236}">
                  <a16:creationId xmlns:a16="http://schemas.microsoft.com/office/drawing/2014/main" id="{B4C432B0-BEB2-380B-F551-0A7199AB2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4" name="Freeform 479">
              <a:extLst>
                <a:ext uri="{FF2B5EF4-FFF2-40B4-BE49-F238E27FC236}">
                  <a16:creationId xmlns:a16="http://schemas.microsoft.com/office/drawing/2014/main" id="{AD41CA35-6E62-086A-C6B4-23D6F2E17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5" name="Freeform 480">
              <a:extLst>
                <a:ext uri="{FF2B5EF4-FFF2-40B4-BE49-F238E27FC236}">
                  <a16:creationId xmlns:a16="http://schemas.microsoft.com/office/drawing/2014/main" id="{915A92BC-299A-89F4-3162-2229D674F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6" name="Freeform 481">
              <a:extLst>
                <a:ext uri="{FF2B5EF4-FFF2-40B4-BE49-F238E27FC236}">
                  <a16:creationId xmlns:a16="http://schemas.microsoft.com/office/drawing/2014/main" id="{95A0D4F1-6935-B633-C438-2C2FE431D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7" name="Freeform 482">
              <a:extLst>
                <a:ext uri="{FF2B5EF4-FFF2-40B4-BE49-F238E27FC236}">
                  <a16:creationId xmlns:a16="http://schemas.microsoft.com/office/drawing/2014/main" id="{93C0E57D-98AF-9A8F-7382-105E6C071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8" name="Freeform 483">
              <a:extLst>
                <a:ext uri="{FF2B5EF4-FFF2-40B4-BE49-F238E27FC236}">
                  <a16:creationId xmlns:a16="http://schemas.microsoft.com/office/drawing/2014/main" id="{7BC30182-32B4-A8BE-A012-FB5F6E350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9" name="Freeform 484">
              <a:extLst>
                <a:ext uri="{FF2B5EF4-FFF2-40B4-BE49-F238E27FC236}">
                  <a16:creationId xmlns:a16="http://schemas.microsoft.com/office/drawing/2014/main" id="{A4AFC230-8A26-2BD6-3BA4-FA5D42D2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0" name="Freeform 485">
              <a:extLst>
                <a:ext uri="{FF2B5EF4-FFF2-40B4-BE49-F238E27FC236}">
                  <a16:creationId xmlns:a16="http://schemas.microsoft.com/office/drawing/2014/main" id="{196B6DFC-26A9-1983-9881-7AA62700F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1" name="Oval 486">
              <a:extLst>
                <a:ext uri="{FF2B5EF4-FFF2-40B4-BE49-F238E27FC236}">
                  <a16:creationId xmlns:a16="http://schemas.microsoft.com/office/drawing/2014/main" id="{543E5B3F-A994-6576-47CD-A931CED19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2" name="Oval 498">
              <a:extLst>
                <a:ext uri="{FF2B5EF4-FFF2-40B4-BE49-F238E27FC236}">
                  <a16:creationId xmlns:a16="http://schemas.microsoft.com/office/drawing/2014/main" id="{F1EE7854-91B7-89C0-4118-5FE17CB48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3" name="Oval 499">
              <a:extLst>
                <a:ext uri="{FF2B5EF4-FFF2-40B4-BE49-F238E27FC236}">
                  <a16:creationId xmlns:a16="http://schemas.microsoft.com/office/drawing/2014/main" id="{6130D860-D444-5ECA-7625-DC9C59C6D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4" name="Freeform 500">
              <a:extLst>
                <a:ext uri="{FF2B5EF4-FFF2-40B4-BE49-F238E27FC236}">
                  <a16:creationId xmlns:a16="http://schemas.microsoft.com/office/drawing/2014/main" id="{1ED566D0-6EC4-8444-501C-5535EED9F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5" name="Freeform 501">
              <a:extLst>
                <a:ext uri="{FF2B5EF4-FFF2-40B4-BE49-F238E27FC236}">
                  <a16:creationId xmlns:a16="http://schemas.microsoft.com/office/drawing/2014/main" id="{75402C3D-A4B2-8A73-6285-A6DDD937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6" name="Freeform 502">
              <a:extLst>
                <a:ext uri="{FF2B5EF4-FFF2-40B4-BE49-F238E27FC236}">
                  <a16:creationId xmlns:a16="http://schemas.microsoft.com/office/drawing/2014/main" id="{CB03C726-9602-D7DC-4C32-AB6FAB50E3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7" name="Freeform 503">
              <a:extLst>
                <a:ext uri="{FF2B5EF4-FFF2-40B4-BE49-F238E27FC236}">
                  <a16:creationId xmlns:a16="http://schemas.microsoft.com/office/drawing/2014/main" id="{691FD724-969D-EB12-AFE2-641624DA9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8" name="Freeform 504">
              <a:extLst>
                <a:ext uri="{FF2B5EF4-FFF2-40B4-BE49-F238E27FC236}">
                  <a16:creationId xmlns:a16="http://schemas.microsoft.com/office/drawing/2014/main" id="{8A1F3841-03B8-284B-E3CF-AA833ED61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9" name="Freeform 505">
              <a:extLst>
                <a:ext uri="{FF2B5EF4-FFF2-40B4-BE49-F238E27FC236}">
                  <a16:creationId xmlns:a16="http://schemas.microsoft.com/office/drawing/2014/main" id="{86DC976C-2D94-D38B-5073-26953477E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0" name="Freeform 506">
              <a:extLst>
                <a:ext uri="{FF2B5EF4-FFF2-40B4-BE49-F238E27FC236}">
                  <a16:creationId xmlns:a16="http://schemas.microsoft.com/office/drawing/2014/main" id="{5B652EF3-B7CC-1F16-063A-3C1F43B35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1" name="Oval 518">
              <a:extLst>
                <a:ext uri="{FF2B5EF4-FFF2-40B4-BE49-F238E27FC236}">
                  <a16:creationId xmlns:a16="http://schemas.microsoft.com/office/drawing/2014/main" id="{C75DA373-977C-C7FB-A51F-0E7ADA953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2" name="Freeform 519">
              <a:extLst>
                <a:ext uri="{FF2B5EF4-FFF2-40B4-BE49-F238E27FC236}">
                  <a16:creationId xmlns:a16="http://schemas.microsoft.com/office/drawing/2014/main" id="{804AAD77-DE2B-102F-576F-184222CA7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3" name="Freeform 520">
              <a:extLst>
                <a:ext uri="{FF2B5EF4-FFF2-40B4-BE49-F238E27FC236}">
                  <a16:creationId xmlns:a16="http://schemas.microsoft.com/office/drawing/2014/main" id="{7C22ED0C-CC7D-93DF-E8F4-611D8AE95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4" name="Freeform 521">
              <a:extLst>
                <a:ext uri="{FF2B5EF4-FFF2-40B4-BE49-F238E27FC236}">
                  <a16:creationId xmlns:a16="http://schemas.microsoft.com/office/drawing/2014/main" id="{A88C632A-5DA2-03A0-DF1D-609CBE962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5" name="Freeform 522">
              <a:extLst>
                <a:ext uri="{FF2B5EF4-FFF2-40B4-BE49-F238E27FC236}">
                  <a16:creationId xmlns:a16="http://schemas.microsoft.com/office/drawing/2014/main" id="{B5BEAE05-6D80-186E-36CF-0AEA4713D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6" name="Freeform 523">
              <a:extLst>
                <a:ext uri="{FF2B5EF4-FFF2-40B4-BE49-F238E27FC236}">
                  <a16:creationId xmlns:a16="http://schemas.microsoft.com/office/drawing/2014/main" id="{0487BF27-53F8-8FA0-42C0-239C5ECBC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7" name="Freeform 524">
              <a:extLst>
                <a:ext uri="{FF2B5EF4-FFF2-40B4-BE49-F238E27FC236}">
                  <a16:creationId xmlns:a16="http://schemas.microsoft.com/office/drawing/2014/main" id="{E49FA7B6-2547-F65D-1B93-33859EE57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8" name="Freeform 525">
              <a:extLst>
                <a:ext uri="{FF2B5EF4-FFF2-40B4-BE49-F238E27FC236}">
                  <a16:creationId xmlns:a16="http://schemas.microsoft.com/office/drawing/2014/main" id="{1EE9A3C6-383B-C936-EA4D-F5D94D84B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9" name="Freeform 526">
              <a:extLst>
                <a:ext uri="{FF2B5EF4-FFF2-40B4-BE49-F238E27FC236}">
                  <a16:creationId xmlns:a16="http://schemas.microsoft.com/office/drawing/2014/main" id="{03A5E4E6-D91B-1015-1007-BFB0CACD5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0" name="Freeform 538">
              <a:extLst>
                <a:ext uri="{FF2B5EF4-FFF2-40B4-BE49-F238E27FC236}">
                  <a16:creationId xmlns:a16="http://schemas.microsoft.com/office/drawing/2014/main" id="{31BADE55-464A-8B70-4C55-576193B58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1" name="Freeform 539">
              <a:extLst>
                <a:ext uri="{FF2B5EF4-FFF2-40B4-BE49-F238E27FC236}">
                  <a16:creationId xmlns:a16="http://schemas.microsoft.com/office/drawing/2014/main" id="{64C1B046-1FE7-7211-F42D-9C4F436CC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2" name="Oval 540">
              <a:extLst>
                <a:ext uri="{FF2B5EF4-FFF2-40B4-BE49-F238E27FC236}">
                  <a16:creationId xmlns:a16="http://schemas.microsoft.com/office/drawing/2014/main" id="{2EAC4B37-3920-0FA7-0A68-E01867024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3" name="Oval 541">
              <a:extLst>
                <a:ext uri="{FF2B5EF4-FFF2-40B4-BE49-F238E27FC236}">
                  <a16:creationId xmlns:a16="http://schemas.microsoft.com/office/drawing/2014/main" id="{F40761D5-6431-D7FC-EBB4-4E3551CA6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4" name="Freeform 542">
              <a:extLst>
                <a:ext uri="{FF2B5EF4-FFF2-40B4-BE49-F238E27FC236}">
                  <a16:creationId xmlns:a16="http://schemas.microsoft.com/office/drawing/2014/main" id="{BB73C7BF-9530-3229-E720-A8E5A7DD2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5" name="Freeform 543">
              <a:extLst>
                <a:ext uri="{FF2B5EF4-FFF2-40B4-BE49-F238E27FC236}">
                  <a16:creationId xmlns:a16="http://schemas.microsoft.com/office/drawing/2014/main" id="{6563E250-B86A-2C10-33F1-2BCF4348D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6" name="Freeform 544">
              <a:extLst>
                <a:ext uri="{FF2B5EF4-FFF2-40B4-BE49-F238E27FC236}">
                  <a16:creationId xmlns:a16="http://schemas.microsoft.com/office/drawing/2014/main" id="{B42905EA-8D34-BD31-2892-C066806D8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7" name="Freeform 545">
              <a:extLst>
                <a:ext uri="{FF2B5EF4-FFF2-40B4-BE49-F238E27FC236}">
                  <a16:creationId xmlns:a16="http://schemas.microsoft.com/office/drawing/2014/main" id="{3FB9B579-8395-4591-C5F9-CBE016E1A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8" name="Freeform 546">
              <a:extLst>
                <a:ext uri="{FF2B5EF4-FFF2-40B4-BE49-F238E27FC236}">
                  <a16:creationId xmlns:a16="http://schemas.microsoft.com/office/drawing/2014/main" id="{BFF062EB-A034-1A0F-EC36-57E0A4D1E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9" name="Freeform 558">
              <a:extLst>
                <a:ext uri="{FF2B5EF4-FFF2-40B4-BE49-F238E27FC236}">
                  <a16:creationId xmlns:a16="http://schemas.microsoft.com/office/drawing/2014/main" id="{1E4A59B4-E7EF-669C-BE36-DE5426D6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0" name="Freeform 559">
              <a:extLst>
                <a:ext uri="{FF2B5EF4-FFF2-40B4-BE49-F238E27FC236}">
                  <a16:creationId xmlns:a16="http://schemas.microsoft.com/office/drawing/2014/main" id="{0CBA6348-9401-63C7-7DE1-8ADCD07D2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1" name="Oval 560">
              <a:extLst>
                <a:ext uri="{FF2B5EF4-FFF2-40B4-BE49-F238E27FC236}">
                  <a16:creationId xmlns:a16="http://schemas.microsoft.com/office/drawing/2014/main" id="{E99153CE-3ECD-378B-6E38-D7F266E37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2" name="Oval 561">
              <a:extLst>
                <a:ext uri="{FF2B5EF4-FFF2-40B4-BE49-F238E27FC236}">
                  <a16:creationId xmlns:a16="http://schemas.microsoft.com/office/drawing/2014/main" id="{643CB6CE-4078-1BCA-4419-1D7BB37AA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3" name="Freeform 562">
              <a:extLst>
                <a:ext uri="{FF2B5EF4-FFF2-40B4-BE49-F238E27FC236}">
                  <a16:creationId xmlns:a16="http://schemas.microsoft.com/office/drawing/2014/main" id="{A63574FA-3AA1-4F75-8FD9-0C466E012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4" name="Freeform 563">
              <a:extLst>
                <a:ext uri="{FF2B5EF4-FFF2-40B4-BE49-F238E27FC236}">
                  <a16:creationId xmlns:a16="http://schemas.microsoft.com/office/drawing/2014/main" id="{0DB05100-20A3-CAA8-7E81-323FCC17C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5" name="Freeform 564">
              <a:extLst>
                <a:ext uri="{FF2B5EF4-FFF2-40B4-BE49-F238E27FC236}">
                  <a16:creationId xmlns:a16="http://schemas.microsoft.com/office/drawing/2014/main" id="{BAB04E95-0944-CB97-0016-A4E494BB7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6" name="Freeform 565">
              <a:extLst>
                <a:ext uri="{FF2B5EF4-FFF2-40B4-BE49-F238E27FC236}">
                  <a16:creationId xmlns:a16="http://schemas.microsoft.com/office/drawing/2014/main" id="{1CB139FF-BD6B-2301-82CB-170216AE6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7" name="Freeform 566">
              <a:extLst>
                <a:ext uri="{FF2B5EF4-FFF2-40B4-BE49-F238E27FC236}">
                  <a16:creationId xmlns:a16="http://schemas.microsoft.com/office/drawing/2014/main" id="{859A53B8-78F2-0810-DD6A-53EE21BDD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8" name="Freeform 578">
              <a:extLst>
                <a:ext uri="{FF2B5EF4-FFF2-40B4-BE49-F238E27FC236}">
                  <a16:creationId xmlns:a16="http://schemas.microsoft.com/office/drawing/2014/main" id="{9C2923CF-F431-B839-AF07-208B290B7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9" name="Freeform 579">
              <a:extLst>
                <a:ext uri="{FF2B5EF4-FFF2-40B4-BE49-F238E27FC236}">
                  <a16:creationId xmlns:a16="http://schemas.microsoft.com/office/drawing/2014/main" id="{691089AC-784C-8E00-04E8-7EB9345E6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0" name="Freeform 580">
              <a:extLst>
                <a:ext uri="{FF2B5EF4-FFF2-40B4-BE49-F238E27FC236}">
                  <a16:creationId xmlns:a16="http://schemas.microsoft.com/office/drawing/2014/main" id="{1B098E65-068B-A1F5-F307-BC3BEC0D0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1" name="Freeform 581">
              <a:extLst>
                <a:ext uri="{FF2B5EF4-FFF2-40B4-BE49-F238E27FC236}">
                  <a16:creationId xmlns:a16="http://schemas.microsoft.com/office/drawing/2014/main" id="{76B6200E-F75D-B114-F946-755A25852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2" name="Freeform 582">
              <a:extLst>
                <a:ext uri="{FF2B5EF4-FFF2-40B4-BE49-F238E27FC236}">
                  <a16:creationId xmlns:a16="http://schemas.microsoft.com/office/drawing/2014/main" id="{73B6EAE6-E34B-588E-46BB-CC6C513B9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3" name="Oval 583">
              <a:extLst>
                <a:ext uri="{FF2B5EF4-FFF2-40B4-BE49-F238E27FC236}">
                  <a16:creationId xmlns:a16="http://schemas.microsoft.com/office/drawing/2014/main" id="{9DEA0310-C290-7369-039B-2153C3AF9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4" name="Freeform 584">
              <a:extLst>
                <a:ext uri="{FF2B5EF4-FFF2-40B4-BE49-F238E27FC236}">
                  <a16:creationId xmlns:a16="http://schemas.microsoft.com/office/drawing/2014/main" id="{4EFD8918-90AF-FBE9-7F14-B4FCECD02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5" name="Freeform 585">
              <a:extLst>
                <a:ext uri="{FF2B5EF4-FFF2-40B4-BE49-F238E27FC236}">
                  <a16:creationId xmlns:a16="http://schemas.microsoft.com/office/drawing/2014/main" id="{577D71A9-BA6F-8CBD-6E33-13862B814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6" name="Freeform 586">
              <a:extLst>
                <a:ext uri="{FF2B5EF4-FFF2-40B4-BE49-F238E27FC236}">
                  <a16:creationId xmlns:a16="http://schemas.microsoft.com/office/drawing/2014/main" id="{BE7ECED0-BABD-9D73-A860-7324232B9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7" name="Freeform 598">
              <a:extLst>
                <a:ext uri="{FF2B5EF4-FFF2-40B4-BE49-F238E27FC236}">
                  <a16:creationId xmlns:a16="http://schemas.microsoft.com/office/drawing/2014/main" id="{CB72995A-43BB-9886-354D-76ADD6F9E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8" name="Freeform 599">
              <a:extLst>
                <a:ext uri="{FF2B5EF4-FFF2-40B4-BE49-F238E27FC236}">
                  <a16:creationId xmlns:a16="http://schemas.microsoft.com/office/drawing/2014/main" id="{E14CF14F-5A97-9EA1-5F25-6390CD2DD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9" name="Freeform 600">
              <a:extLst>
                <a:ext uri="{FF2B5EF4-FFF2-40B4-BE49-F238E27FC236}">
                  <a16:creationId xmlns:a16="http://schemas.microsoft.com/office/drawing/2014/main" id="{663BBF12-3A7B-2E6F-F151-B6DBA4C5B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0" name="Freeform 601">
              <a:extLst>
                <a:ext uri="{FF2B5EF4-FFF2-40B4-BE49-F238E27FC236}">
                  <a16:creationId xmlns:a16="http://schemas.microsoft.com/office/drawing/2014/main" id="{BA0B4491-88B8-20A9-9E68-08875E01B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1" name="Freeform 602">
              <a:extLst>
                <a:ext uri="{FF2B5EF4-FFF2-40B4-BE49-F238E27FC236}">
                  <a16:creationId xmlns:a16="http://schemas.microsoft.com/office/drawing/2014/main" id="{D38F8CAC-8AE7-973E-8C1B-D60055FD4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2" name="Oval 603">
              <a:extLst>
                <a:ext uri="{FF2B5EF4-FFF2-40B4-BE49-F238E27FC236}">
                  <a16:creationId xmlns:a16="http://schemas.microsoft.com/office/drawing/2014/main" id="{AB777C9D-0D42-A6C0-37E2-34A26F6B0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3" name="Oval 604">
              <a:extLst>
                <a:ext uri="{FF2B5EF4-FFF2-40B4-BE49-F238E27FC236}">
                  <a16:creationId xmlns:a16="http://schemas.microsoft.com/office/drawing/2014/main" id="{326498A0-D7B2-6225-0154-773986105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4" name="Freeform 605">
              <a:extLst>
                <a:ext uri="{FF2B5EF4-FFF2-40B4-BE49-F238E27FC236}">
                  <a16:creationId xmlns:a16="http://schemas.microsoft.com/office/drawing/2014/main" id="{E06EC3D0-0AA0-934F-94FD-A100B4BA4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5" name="Freeform 606">
              <a:extLst>
                <a:ext uri="{FF2B5EF4-FFF2-40B4-BE49-F238E27FC236}">
                  <a16:creationId xmlns:a16="http://schemas.microsoft.com/office/drawing/2014/main" id="{F7BCA102-1A99-D3C5-4A3F-4F3BCC484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 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;p16">
            <a:extLst>
              <a:ext uri="{FF2B5EF4-FFF2-40B4-BE49-F238E27FC236}">
                <a16:creationId xmlns:a16="http://schemas.microsoft.com/office/drawing/2014/main" id="{11AA3C7D-7CE8-40C4-CB27-634D521DBE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2" name="Freeform 881">
            <a:extLst>
              <a:ext uri="{FF2B5EF4-FFF2-40B4-BE49-F238E27FC236}">
                <a16:creationId xmlns:a16="http://schemas.microsoft.com/office/drawing/2014/main" id="{19A0085F-6F17-AF39-B504-CDC88FE6E004}"/>
              </a:ext>
            </a:extLst>
          </p:cNvPr>
          <p:cNvSpPr>
            <a:spLocks/>
          </p:cNvSpPr>
          <p:nvPr userDrawn="1"/>
        </p:nvSpPr>
        <p:spPr bwMode="auto">
          <a:xfrm>
            <a:off x="8420420" y="4398962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527" name="Grupo 526">
            <a:extLst>
              <a:ext uri="{FF2B5EF4-FFF2-40B4-BE49-F238E27FC236}">
                <a16:creationId xmlns:a16="http://schemas.microsoft.com/office/drawing/2014/main" id="{7199CD34-E81B-DEBC-1868-D0EBC671B874}"/>
              </a:ext>
            </a:extLst>
          </p:cNvPr>
          <p:cNvGrpSpPr/>
          <p:nvPr userDrawn="1"/>
        </p:nvGrpSpPr>
        <p:grpSpPr>
          <a:xfrm>
            <a:off x="-481750" y="4102338"/>
            <a:ext cx="1507863" cy="1510278"/>
            <a:chOff x="39184" y="-151930"/>
            <a:chExt cx="1309806" cy="1311904"/>
          </a:xfrm>
          <a:solidFill>
            <a:schemeClr val="bg2"/>
          </a:solidFill>
        </p:grpSpPr>
        <p:sp>
          <p:nvSpPr>
            <p:cNvPr id="528" name="Oval 357">
              <a:extLst>
                <a:ext uri="{FF2B5EF4-FFF2-40B4-BE49-F238E27FC236}">
                  <a16:creationId xmlns:a16="http://schemas.microsoft.com/office/drawing/2014/main" id="{7DE5C326-86CD-6426-ADDA-64284D2A3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9" name="Freeform 358">
              <a:extLst>
                <a:ext uri="{FF2B5EF4-FFF2-40B4-BE49-F238E27FC236}">
                  <a16:creationId xmlns:a16="http://schemas.microsoft.com/office/drawing/2014/main" id="{5BA8993C-9FE2-A5FC-CB99-8080BE8FF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0" name="Freeform 359">
              <a:extLst>
                <a:ext uri="{FF2B5EF4-FFF2-40B4-BE49-F238E27FC236}">
                  <a16:creationId xmlns:a16="http://schemas.microsoft.com/office/drawing/2014/main" id="{7F7C8FA8-211F-AFC8-8431-3D3791424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1" name="Freeform 360">
              <a:extLst>
                <a:ext uri="{FF2B5EF4-FFF2-40B4-BE49-F238E27FC236}">
                  <a16:creationId xmlns:a16="http://schemas.microsoft.com/office/drawing/2014/main" id="{BFFE6BB9-B73C-5DB2-49D0-D1C4D3006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3" name="Freeform 361">
              <a:extLst>
                <a:ext uri="{FF2B5EF4-FFF2-40B4-BE49-F238E27FC236}">
                  <a16:creationId xmlns:a16="http://schemas.microsoft.com/office/drawing/2014/main" id="{4C247B38-BF32-C515-AC16-4E203EE3E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4" name="Freeform 362">
              <a:extLst>
                <a:ext uri="{FF2B5EF4-FFF2-40B4-BE49-F238E27FC236}">
                  <a16:creationId xmlns:a16="http://schemas.microsoft.com/office/drawing/2014/main" id="{63F6E132-3013-8285-7294-11DD7A73C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5" name="Freeform 363">
              <a:extLst>
                <a:ext uri="{FF2B5EF4-FFF2-40B4-BE49-F238E27FC236}">
                  <a16:creationId xmlns:a16="http://schemas.microsoft.com/office/drawing/2014/main" id="{8BFD6815-1899-4C65-84B4-D347AC4DD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6" name="Freeform 364">
              <a:extLst>
                <a:ext uri="{FF2B5EF4-FFF2-40B4-BE49-F238E27FC236}">
                  <a16:creationId xmlns:a16="http://schemas.microsoft.com/office/drawing/2014/main" id="{323432DA-3FFB-8165-CA10-A55173CCF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7" name="Freeform 365">
              <a:extLst>
                <a:ext uri="{FF2B5EF4-FFF2-40B4-BE49-F238E27FC236}">
                  <a16:creationId xmlns:a16="http://schemas.microsoft.com/office/drawing/2014/main" id="{83C0D049-E83E-5FB7-172B-2CC9DE0C3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8" name="Freeform 377">
              <a:extLst>
                <a:ext uri="{FF2B5EF4-FFF2-40B4-BE49-F238E27FC236}">
                  <a16:creationId xmlns:a16="http://schemas.microsoft.com/office/drawing/2014/main" id="{B40D7070-E1EF-E424-3126-F85DE71B5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9" name="Freeform 378">
              <a:extLst>
                <a:ext uri="{FF2B5EF4-FFF2-40B4-BE49-F238E27FC236}">
                  <a16:creationId xmlns:a16="http://schemas.microsoft.com/office/drawing/2014/main" id="{5E2DC23C-5AF8-4B38-678C-676F3FBFC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0" name="Oval 379">
              <a:extLst>
                <a:ext uri="{FF2B5EF4-FFF2-40B4-BE49-F238E27FC236}">
                  <a16:creationId xmlns:a16="http://schemas.microsoft.com/office/drawing/2014/main" id="{DA7F6BB9-5C68-AD71-779B-3E64FFD0F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1" name="Oval 380">
              <a:extLst>
                <a:ext uri="{FF2B5EF4-FFF2-40B4-BE49-F238E27FC236}">
                  <a16:creationId xmlns:a16="http://schemas.microsoft.com/office/drawing/2014/main" id="{DCFB791F-1763-B985-BA80-AD150B7AF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2" name="Freeform 381">
              <a:extLst>
                <a:ext uri="{FF2B5EF4-FFF2-40B4-BE49-F238E27FC236}">
                  <a16:creationId xmlns:a16="http://schemas.microsoft.com/office/drawing/2014/main" id="{5373AD66-273F-CFD4-185B-9713E3DDE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3" name="Freeform 382">
              <a:extLst>
                <a:ext uri="{FF2B5EF4-FFF2-40B4-BE49-F238E27FC236}">
                  <a16:creationId xmlns:a16="http://schemas.microsoft.com/office/drawing/2014/main" id="{A0FA309E-F114-BFC2-2EA5-65484744A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4" name="Freeform 383">
              <a:extLst>
                <a:ext uri="{FF2B5EF4-FFF2-40B4-BE49-F238E27FC236}">
                  <a16:creationId xmlns:a16="http://schemas.microsoft.com/office/drawing/2014/main" id="{2C18F86B-4214-C870-18AD-B936C8399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5" name="Freeform 384">
              <a:extLst>
                <a:ext uri="{FF2B5EF4-FFF2-40B4-BE49-F238E27FC236}">
                  <a16:creationId xmlns:a16="http://schemas.microsoft.com/office/drawing/2014/main" id="{8D557B9C-2057-1A61-F14E-0B68772C7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6" name="Freeform 385">
              <a:extLst>
                <a:ext uri="{FF2B5EF4-FFF2-40B4-BE49-F238E27FC236}">
                  <a16:creationId xmlns:a16="http://schemas.microsoft.com/office/drawing/2014/main" id="{C8CDC7C8-7E01-C6C1-0F9B-F5E0BFE0A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7" name="Freeform 397">
              <a:extLst>
                <a:ext uri="{FF2B5EF4-FFF2-40B4-BE49-F238E27FC236}">
                  <a16:creationId xmlns:a16="http://schemas.microsoft.com/office/drawing/2014/main" id="{DA4DAEDB-1960-5D38-C88D-5C51C715C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8" name="Freeform 398">
              <a:extLst>
                <a:ext uri="{FF2B5EF4-FFF2-40B4-BE49-F238E27FC236}">
                  <a16:creationId xmlns:a16="http://schemas.microsoft.com/office/drawing/2014/main" id="{FEC6C131-D4E6-AD4D-BE43-54059B273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9" name="Oval 399">
              <a:extLst>
                <a:ext uri="{FF2B5EF4-FFF2-40B4-BE49-F238E27FC236}">
                  <a16:creationId xmlns:a16="http://schemas.microsoft.com/office/drawing/2014/main" id="{82E51217-3791-BA6F-2DA8-75F8C9E91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0" name="Oval 400">
              <a:extLst>
                <a:ext uri="{FF2B5EF4-FFF2-40B4-BE49-F238E27FC236}">
                  <a16:creationId xmlns:a16="http://schemas.microsoft.com/office/drawing/2014/main" id="{646C2D4B-3199-72FA-25FA-E25AC498B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1" name="Freeform 401">
              <a:extLst>
                <a:ext uri="{FF2B5EF4-FFF2-40B4-BE49-F238E27FC236}">
                  <a16:creationId xmlns:a16="http://schemas.microsoft.com/office/drawing/2014/main" id="{8CC88120-E92A-2746-AD86-BFD3C4E3C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2" name="Freeform 402">
              <a:extLst>
                <a:ext uri="{FF2B5EF4-FFF2-40B4-BE49-F238E27FC236}">
                  <a16:creationId xmlns:a16="http://schemas.microsoft.com/office/drawing/2014/main" id="{1602A9B6-2408-5AD8-748A-28E0C11E7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3" name="Freeform 403">
              <a:extLst>
                <a:ext uri="{FF2B5EF4-FFF2-40B4-BE49-F238E27FC236}">
                  <a16:creationId xmlns:a16="http://schemas.microsoft.com/office/drawing/2014/main" id="{BB5196B5-F96C-5078-B88C-CD0790E34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4" name="Freeform 404">
              <a:extLst>
                <a:ext uri="{FF2B5EF4-FFF2-40B4-BE49-F238E27FC236}">
                  <a16:creationId xmlns:a16="http://schemas.microsoft.com/office/drawing/2014/main" id="{C9CFD74E-4012-A9B0-DD7D-19445D460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5" name="Freeform 405">
              <a:extLst>
                <a:ext uri="{FF2B5EF4-FFF2-40B4-BE49-F238E27FC236}">
                  <a16:creationId xmlns:a16="http://schemas.microsoft.com/office/drawing/2014/main" id="{717E77D7-FD47-33B4-AB12-AF8BE1BC9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6" name="Freeform 418">
              <a:extLst>
                <a:ext uri="{FF2B5EF4-FFF2-40B4-BE49-F238E27FC236}">
                  <a16:creationId xmlns:a16="http://schemas.microsoft.com/office/drawing/2014/main" id="{929ABBFC-FA39-15BF-B319-385D05409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7" name="Freeform 419">
              <a:extLst>
                <a:ext uri="{FF2B5EF4-FFF2-40B4-BE49-F238E27FC236}">
                  <a16:creationId xmlns:a16="http://schemas.microsoft.com/office/drawing/2014/main" id="{BE317364-4CAC-39E0-6F52-15B185B22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8" name="Freeform 420">
              <a:extLst>
                <a:ext uri="{FF2B5EF4-FFF2-40B4-BE49-F238E27FC236}">
                  <a16:creationId xmlns:a16="http://schemas.microsoft.com/office/drawing/2014/main" id="{DCD25B61-3A6C-84B6-EA8E-8DA638481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9" name="Freeform 421">
              <a:extLst>
                <a:ext uri="{FF2B5EF4-FFF2-40B4-BE49-F238E27FC236}">
                  <a16:creationId xmlns:a16="http://schemas.microsoft.com/office/drawing/2014/main" id="{48C050EF-4B88-0945-2149-1909F4C3A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0" name="Freeform 422">
              <a:extLst>
                <a:ext uri="{FF2B5EF4-FFF2-40B4-BE49-F238E27FC236}">
                  <a16:creationId xmlns:a16="http://schemas.microsoft.com/office/drawing/2014/main" id="{0E029039-2640-3B98-CD42-E84933786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1" name="Oval 423">
              <a:extLst>
                <a:ext uri="{FF2B5EF4-FFF2-40B4-BE49-F238E27FC236}">
                  <a16:creationId xmlns:a16="http://schemas.microsoft.com/office/drawing/2014/main" id="{E21B9E0F-6FDC-E809-CA75-262D6568D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2" name="Freeform 424">
              <a:extLst>
                <a:ext uri="{FF2B5EF4-FFF2-40B4-BE49-F238E27FC236}">
                  <a16:creationId xmlns:a16="http://schemas.microsoft.com/office/drawing/2014/main" id="{63E0C134-12B5-03A1-F1F1-E5EAD4AC1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3" name="Freeform 425">
              <a:extLst>
                <a:ext uri="{FF2B5EF4-FFF2-40B4-BE49-F238E27FC236}">
                  <a16:creationId xmlns:a16="http://schemas.microsoft.com/office/drawing/2014/main" id="{03512538-E582-C602-55AD-7C2277179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4" name="Freeform 426">
              <a:extLst>
                <a:ext uri="{FF2B5EF4-FFF2-40B4-BE49-F238E27FC236}">
                  <a16:creationId xmlns:a16="http://schemas.microsoft.com/office/drawing/2014/main" id="{A23A2E0B-F90E-4D71-E137-C85DEBD9A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5" name="Freeform 438">
              <a:extLst>
                <a:ext uri="{FF2B5EF4-FFF2-40B4-BE49-F238E27FC236}">
                  <a16:creationId xmlns:a16="http://schemas.microsoft.com/office/drawing/2014/main" id="{71BC9683-530F-A4E1-DF6C-B9981455C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6" name="Freeform 439">
              <a:extLst>
                <a:ext uri="{FF2B5EF4-FFF2-40B4-BE49-F238E27FC236}">
                  <a16:creationId xmlns:a16="http://schemas.microsoft.com/office/drawing/2014/main" id="{3E1FF49E-55FE-14E6-AB23-C9F059E8A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7" name="Freeform 440">
              <a:extLst>
                <a:ext uri="{FF2B5EF4-FFF2-40B4-BE49-F238E27FC236}">
                  <a16:creationId xmlns:a16="http://schemas.microsoft.com/office/drawing/2014/main" id="{FFA0B0D6-218A-44C8-A83B-92CF29413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8" name="Freeform 441">
              <a:extLst>
                <a:ext uri="{FF2B5EF4-FFF2-40B4-BE49-F238E27FC236}">
                  <a16:creationId xmlns:a16="http://schemas.microsoft.com/office/drawing/2014/main" id="{39A72404-44A3-B6FF-70E9-E6FCE7D42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9" name="Freeform 442">
              <a:extLst>
                <a:ext uri="{FF2B5EF4-FFF2-40B4-BE49-F238E27FC236}">
                  <a16:creationId xmlns:a16="http://schemas.microsoft.com/office/drawing/2014/main" id="{DA8E0066-B0E4-32E7-8397-6A024D8F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0" name="Oval 443">
              <a:extLst>
                <a:ext uri="{FF2B5EF4-FFF2-40B4-BE49-F238E27FC236}">
                  <a16:creationId xmlns:a16="http://schemas.microsoft.com/office/drawing/2014/main" id="{1157C327-9E90-FF6A-3684-E84AB9610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1" name="Oval 444">
              <a:extLst>
                <a:ext uri="{FF2B5EF4-FFF2-40B4-BE49-F238E27FC236}">
                  <a16:creationId xmlns:a16="http://schemas.microsoft.com/office/drawing/2014/main" id="{CD23F99B-43F3-6E98-00B5-A32DD7274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2" name="Freeform 445">
              <a:extLst>
                <a:ext uri="{FF2B5EF4-FFF2-40B4-BE49-F238E27FC236}">
                  <a16:creationId xmlns:a16="http://schemas.microsoft.com/office/drawing/2014/main" id="{749D2551-41D6-F098-81BE-642B617E7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3" name="Freeform 446">
              <a:extLst>
                <a:ext uri="{FF2B5EF4-FFF2-40B4-BE49-F238E27FC236}">
                  <a16:creationId xmlns:a16="http://schemas.microsoft.com/office/drawing/2014/main" id="{319AC92A-0940-8683-96F7-7CC4743F2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4" name="Freeform 458">
              <a:extLst>
                <a:ext uri="{FF2B5EF4-FFF2-40B4-BE49-F238E27FC236}">
                  <a16:creationId xmlns:a16="http://schemas.microsoft.com/office/drawing/2014/main" id="{71E6A5F9-F612-00D3-94BC-88282510A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5" name="Freeform 459">
              <a:extLst>
                <a:ext uri="{FF2B5EF4-FFF2-40B4-BE49-F238E27FC236}">
                  <a16:creationId xmlns:a16="http://schemas.microsoft.com/office/drawing/2014/main" id="{04C2A1FA-D393-9D23-FD0F-6710B26CB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6" name="Freeform 460">
              <a:extLst>
                <a:ext uri="{FF2B5EF4-FFF2-40B4-BE49-F238E27FC236}">
                  <a16:creationId xmlns:a16="http://schemas.microsoft.com/office/drawing/2014/main" id="{E086619E-FF62-58F0-C3EB-64BB1D03A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7" name="Freeform 461">
              <a:extLst>
                <a:ext uri="{FF2B5EF4-FFF2-40B4-BE49-F238E27FC236}">
                  <a16:creationId xmlns:a16="http://schemas.microsoft.com/office/drawing/2014/main" id="{4EACC1EF-089F-D6F0-13D5-C11D8A556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8" name="Freeform 462">
              <a:extLst>
                <a:ext uri="{FF2B5EF4-FFF2-40B4-BE49-F238E27FC236}">
                  <a16:creationId xmlns:a16="http://schemas.microsoft.com/office/drawing/2014/main" id="{92E4BCF2-84DB-7C91-BD13-AC1557C6F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9" name="Freeform 463">
              <a:extLst>
                <a:ext uri="{FF2B5EF4-FFF2-40B4-BE49-F238E27FC236}">
                  <a16:creationId xmlns:a16="http://schemas.microsoft.com/office/drawing/2014/main" id="{DA319E02-6CB7-442B-8272-27B636E1B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0" name="Freeform 464">
              <a:extLst>
                <a:ext uri="{FF2B5EF4-FFF2-40B4-BE49-F238E27FC236}">
                  <a16:creationId xmlns:a16="http://schemas.microsoft.com/office/drawing/2014/main" id="{B9619E00-93A7-5130-573A-6BF36AA5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1" name="Freeform 465">
              <a:extLst>
                <a:ext uri="{FF2B5EF4-FFF2-40B4-BE49-F238E27FC236}">
                  <a16:creationId xmlns:a16="http://schemas.microsoft.com/office/drawing/2014/main" id="{C378BC45-49A7-E8ED-3F9B-062946B64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2" name="Freeform 466">
              <a:extLst>
                <a:ext uri="{FF2B5EF4-FFF2-40B4-BE49-F238E27FC236}">
                  <a16:creationId xmlns:a16="http://schemas.microsoft.com/office/drawing/2014/main" id="{FBB98015-08F4-4FC0-90FB-D3AF12566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3" name="Freeform 478">
              <a:extLst>
                <a:ext uri="{FF2B5EF4-FFF2-40B4-BE49-F238E27FC236}">
                  <a16:creationId xmlns:a16="http://schemas.microsoft.com/office/drawing/2014/main" id="{AEE0267F-C18D-C6B4-7963-882038E0B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4" name="Freeform 479">
              <a:extLst>
                <a:ext uri="{FF2B5EF4-FFF2-40B4-BE49-F238E27FC236}">
                  <a16:creationId xmlns:a16="http://schemas.microsoft.com/office/drawing/2014/main" id="{EDFA98D4-B7FF-D88C-87DA-11BDCFB64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5" name="Freeform 480">
              <a:extLst>
                <a:ext uri="{FF2B5EF4-FFF2-40B4-BE49-F238E27FC236}">
                  <a16:creationId xmlns:a16="http://schemas.microsoft.com/office/drawing/2014/main" id="{C6AD4DA5-C662-A8EF-9613-7681CA888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6" name="Freeform 481">
              <a:extLst>
                <a:ext uri="{FF2B5EF4-FFF2-40B4-BE49-F238E27FC236}">
                  <a16:creationId xmlns:a16="http://schemas.microsoft.com/office/drawing/2014/main" id="{32DE67C3-B095-CF08-8279-C5058FFA9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7" name="Freeform 482">
              <a:extLst>
                <a:ext uri="{FF2B5EF4-FFF2-40B4-BE49-F238E27FC236}">
                  <a16:creationId xmlns:a16="http://schemas.microsoft.com/office/drawing/2014/main" id="{9263C65D-4B9C-EC85-40BD-79F09AC4D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8" name="Freeform 483">
              <a:extLst>
                <a:ext uri="{FF2B5EF4-FFF2-40B4-BE49-F238E27FC236}">
                  <a16:creationId xmlns:a16="http://schemas.microsoft.com/office/drawing/2014/main" id="{5537E648-9C51-2AC0-4628-B42FF78B8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9" name="Freeform 484">
              <a:extLst>
                <a:ext uri="{FF2B5EF4-FFF2-40B4-BE49-F238E27FC236}">
                  <a16:creationId xmlns:a16="http://schemas.microsoft.com/office/drawing/2014/main" id="{0D7A8691-B96B-6695-3DA1-6F618E307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0" name="Freeform 485">
              <a:extLst>
                <a:ext uri="{FF2B5EF4-FFF2-40B4-BE49-F238E27FC236}">
                  <a16:creationId xmlns:a16="http://schemas.microsoft.com/office/drawing/2014/main" id="{8F3725B0-FDC5-BEE5-55D9-5C0CD636D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1" name="Oval 486">
              <a:extLst>
                <a:ext uri="{FF2B5EF4-FFF2-40B4-BE49-F238E27FC236}">
                  <a16:creationId xmlns:a16="http://schemas.microsoft.com/office/drawing/2014/main" id="{9DAAD8D1-8668-11C4-8FE2-EC7FCFFFE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2" name="Oval 498">
              <a:extLst>
                <a:ext uri="{FF2B5EF4-FFF2-40B4-BE49-F238E27FC236}">
                  <a16:creationId xmlns:a16="http://schemas.microsoft.com/office/drawing/2014/main" id="{75A8C128-AEAB-C336-6071-1D13F7371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3" name="Oval 499">
              <a:extLst>
                <a:ext uri="{FF2B5EF4-FFF2-40B4-BE49-F238E27FC236}">
                  <a16:creationId xmlns:a16="http://schemas.microsoft.com/office/drawing/2014/main" id="{E2D96025-DC1F-7954-F870-E18AD9CEA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4" name="Freeform 500">
              <a:extLst>
                <a:ext uri="{FF2B5EF4-FFF2-40B4-BE49-F238E27FC236}">
                  <a16:creationId xmlns:a16="http://schemas.microsoft.com/office/drawing/2014/main" id="{30FBF349-12E6-F57C-2B90-B2E59EEE7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5" name="Freeform 501">
              <a:extLst>
                <a:ext uri="{FF2B5EF4-FFF2-40B4-BE49-F238E27FC236}">
                  <a16:creationId xmlns:a16="http://schemas.microsoft.com/office/drawing/2014/main" id="{BAF30721-9985-8D8D-7E4A-F35A999BC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6" name="Freeform 502">
              <a:extLst>
                <a:ext uri="{FF2B5EF4-FFF2-40B4-BE49-F238E27FC236}">
                  <a16:creationId xmlns:a16="http://schemas.microsoft.com/office/drawing/2014/main" id="{1239A730-3846-EDEE-4F4F-E23FD14D3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7" name="Freeform 503">
              <a:extLst>
                <a:ext uri="{FF2B5EF4-FFF2-40B4-BE49-F238E27FC236}">
                  <a16:creationId xmlns:a16="http://schemas.microsoft.com/office/drawing/2014/main" id="{43003082-106A-5B86-F2EC-BED0F4A86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8" name="Freeform 504">
              <a:extLst>
                <a:ext uri="{FF2B5EF4-FFF2-40B4-BE49-F238E27FC236}">
                  <a16:creationId xmlns:a16="http://schemas.microsoft.com/office/drawing/2014/main" id="{5A6A233A-C41E-EC88-8DD2-D8CE47527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9" name="Freeform 505">
              <a:extLst>
                <a:ext uri="{FF2B5EF4-FFF2-40B4-BE49-F238E27FC236}">
                  <a16:creationId xmlns:a16="http://schemas.microsoft.com/office/drawing/2014/main" id="{743FCB0A-F2E4-4DE4-3628-B59055AEF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0" name="Freeform 506">
              <a:extLst>
                <a:ext uri="{FF2B5EF4-FFF2-40B4-BE49-F238E27FC236}">
                  <a16:creationId xmlns:a16="http://schemas.microsoft.com/office/drawing/2014/main" id="{4290A72C-A952-8101-C7F2-ECC8329D0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1" name="Oval 518">
              <a:extLst>
                <a:ext uri="{FF2B5EF4-FFF2-40B4-BE49-F238E27FC236}">
                  <a16:creationId xmlns:a16="http://schemas.microsoft.com/office/drawing/2014/main" id="{D32331B4-2A8F-435C-4323-FFB0C38E3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2" name="Freeform 519">
              <a:extLst>
                <a:ext uri="{FF2B5EF4-FFF2-40B4-BE49-F238E27FC236}">
                  <a16:creationId xmlns:a16="http://schemas.microsoft.com/office/drawing/2014/main" id="{2067A225-EC69-FC12-32A5-790A8136F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3" name="Freeform 520">
              <a:extLst>
                <a:ext uri="{FF2B5EF4-FFF2-40B4-BE49-F238E27FC236}">
                  <a16:creationId xmlns:a16="http://schemas.microsoft.com/office/drawing/2014/main" id="{5115182B-9AF4-2882-A50F-D1BD910A1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4" name="Freeform 521">
              <a:extLst>
                <a:ext uri="{FF2B5EF4-FFF2-40B4-BE49-F238E27FC236}">
                  <a16:creationId xmlns:a16="http://schemas.microsoft.com/office/drawing/2014/main" id="{9A5EA469-E13D-E8D9-AC01-BAC5CF0C9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5" name="Freeform 522">
              <a:extLst>
                <a:ext uri="{FF2B5EF4-FFF2-40B4-BE49-F238E27FC236}">
                  <a16:creationId xmlns:a16="http://schemas.microsoft.com/office/drawing/2014/main" id="{CB31D526-4F15-8FC0-28A6-69AE857B7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6" name="Freeform 523">
              <a:extLst>
                <a:ext uri="{FF2B5EF4-FFF2-40B4-BE49-F238E27FC236}">
                  <a16:creationId xmlns:a16="http://schemas.microsoft.com/office/drawing/2014/main" id="{7729BC28-95D5-A85E-4599-5C125A48C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7" name="Freeform 524">
              <a:extLst>
                <a:ext uri="{FF2B5EF4-FFF2-40B4-BE49-F238E27FC236}">
                  <a16:creationId xmlns:a16="http://schemas.microsoft.com/office/drawing/2014/main" id="{E21F780C-4AA8-1D01-6862-6088E823E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8" name="Freeform 525">
              <a:extLst>
                <a:ext uri="{FF2B5EF4-FFF2-40B4-BE49-F238E27FC236}">
                  <a16:creationId xmlns:a16="http://schemas.microsoft.com/office/drawing/2014/main" id="{BD38EB68-B026-F203-A133-C3BC2AB1C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9" name="Freeform 526">
              <a:extLst>
                <a:ext uri="{FF2B5EF4-FFF2-40B4-BE49-F238E27FC236}">
                  <a16:creationId xmlns:a16="http://schemas.microsoft.com/office/drawing/2014/main" id="{FFD5D30A-1D66-B0DE-2FCC-85E1C86AD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0" name="Freeform 538">
              <a:extLst>
                <a:ext uri="{FF2B5EF4-FFF2-40B4-BE49-F238E27FC236}">
                  <a16:creationId xmlns:a16="http://schemas.microsoft.com/office/drawing/2014/main" id="{9EA5D82A-C99D-501E-57C7-AA78FB2E9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1" name="Freeform 539">
              <a:extLst>
                <a:ext uri="{FF2B5EF4-FFF2-40B4-BE49-F238E27FC236}">
                  <a16:creationId xmlns:a16="http://schemas.microsoft.com/office/drawing/2014/main" id="{7C3406EB-0EAB-3F13-7CAF-B4870A929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2" name="Oval 540">
              <a:extLst>
                <a:ext uri="{FF2B5EF4-FFF2-40B4-BE49-F238E27FC236}">
                  <a16:creationId xmlns:a16="http://schemas.microsoft.com/office/drawing/2014/main" id="{FC452BAE-E413-7061-D460-FB1C3A5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3" name="Oval 541">
              <a:extLst>
                <a:ext uri="{FF2B5EF4-FFF2-40B4-BE49-F238E27FC236}">
                  <a16:creationId xmlns:a16="http://schemas.microsoft.com/office/drawing/2014/main" id="{08CA0D41-D4C9-991A-83AE-5077CB8E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4" name="Freeform 542">
              <a:extLst>
                <a:ext uri="{FF2B5EF4-FFF2-40B4-BE49-F238E27FC236}">
                  <a16:creationId xmlns:a16="http://schemas.microsoft.com/office/drawing/2014/main" id="{3E837D9A-540B-BF35-001D-35B0E65C6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5" name="Freeform 543">
              <a:extLst>
                <a:ext uri="{FF2B5EF4-FFF2-40B4-BE49-F238E27FC236}">
                  <a16:creationId xmlns:a16="http://schemas.microsoft.com/office/drawing/2014/main" id="{525CFED7-6DED-1684-285C-F5F312EBB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6" name="Freeform 544">
              <a:extLst>
                <a:ext uri="{FF2B5EF4-FFF2-40B4-BE49-F238E27FC236}">
                  <a16:creationId xmlns:a16="http://schemas.microsoft.com/office/drawing/2014/main" id="{847841A0-24C8-78A1-CAE9-5C0F17D1B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7" name="Freeform 545">
              <a:extLst>
                <a:ext uri="{FF2B5EF4-FFF2-40B4-BE49-F238E27FC236}">
                  <a16:creationId xmlns:a16="http://schemas.microsoft.com/office/drawing/2014/main" id="{A4209084-C106-9D02-4FA0-40E76E071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8" name="Freeform 546">
              <a:extLst>
                <a:ext uri="{FF2B5EF4-FFF2-40B4-BE49-F238E27FC236}">
                  <a16:creationId xmlns:a16="http://schemas.microsoft.com/office/drawing/2014/main" id="{9512A91D-EBB8-968C-AF24-2F98FC81B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9" name="Freeform 558">
              <a:extLst>
                <a:ext uri="{FF2B5EF4-FFF2-40B4-BE49-F238E27FC236}">
                  <a16:creationId xmlns:a16="http://schemas.microsoft.com/office/drawing/2014/main" id="{E740C039-1813-7877-B834-F1E799E56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0" name="Freeform 559">
              <a:extLst>
                <a:ext uri="{FF2B5EF4-FFF2-40B4-BE49-F238E27FC236}">
                  <a16:creationId xmlns:a16="http://schemas.microsoft.com/office/drawing/2014/main" id="{BF46BCF2-5B46-8677-5BE2-BC85D7822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1" name="Oval 560">
              <a:extLst>
                <a:ext uri="{FF2B5EF4-FFF2-40B4-BE49-F238E27FC236}">
                  <a16:creationId xmlns:a16="http://schemas.microsoft.com/office/drawing/2014/main" id="{DA64B186-DC40-53A2-E549-49E2A9CF6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2" name="Oval 561">
              <a:extLst>
                <a:ext uri="{FF2B5EF4-FFF2-40B4-BE49-F238E27FC236}">
                  <a16:creationId xmlns:a16="http://schemas.microsoft.com/office/drawing/2014/main" id="{F13E9716-0A84-222E-E8CD-515F4CB02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3" name="Freeform 562">
              <a:extLst>
                <a:ext uri="{FF2B5EF4-FFF2-40B4-BE49-F238E27FC236}">
                  <a16:creationId xmlns:a16="http://schemas.microsoft.com/office/drawing/2014/main" id="{F2AAF0FE-EE6E-8452-96E7-C00744C13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4" name="Freeform 563">
              <a:extLst>
                <a:ext uri="{FF2B5EF4-FFF2-40B4-BE49-F238E27FC236}">
                  <a16:creationId xmlns:a16="http://schemas.microsoft.com/office/drawing/2014/main" id="{607EB9BE-435A-A864-7DF9-8C09F2963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5" name="Freeform 564">
              <a:extLst>
                <a:ext uri="{FF2B5EF4-FFF2-40B4-BE49-F238E27FC236}">
                  <a16:creationId xmlns:a16="http://schemas.microsoft.com/office/drawing/2014/main" id="{0F2976D1-CEC8-7D02-1C46-C376640FC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6" name="Freeform 565">
              <a:extLst>
                <a:ext uri="{FF2B5EF4-FFF2-40B4-BE49-F238E27FC236}">
                  <a16:creationId xmlns:a16="http://schemas.microsoft.com/office/drawing/2014/main" id="{2586044A-0F9A-496C-5E6C-2CE6D2504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7" name="Freeform 566">
              <a:extLst>
                <a:ext uri="{FF2B5EF4-FFF2-40B4-BE49-F238E27FC236}">
                  <a16:creationId xmlns:a16="http://schemas.microsoft.com/office/drawing/2014/main" id="{F60D6CC6-779C-F691-A5D9-E3509A79D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8" name="Freeform 578">
              <a:extLst>
                <a:ext uri="{FF2B5EF4-FFF2-40B4-BE49-F238E27FC236}">
                  <a16:creationId xmlns:a16="http://schemas.microsoft.com/office/drawing/2014/main" id="{91ED5C77-48D5-5949-E831-FF1FA651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9" name="Freeform 579">
              <a:extLst>
                <a:ext uri="{FF2B5EF4-FFF2-40B4-BE49-F238E27FC236}">
                  <a16:creationId xmlns:a16="http://schemas.microsoft.com/office/drawing/2014/main" id="{0A1AE663-49E8-983E-E41E-500D7CF67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0" name="Freeform 580">
              <a:extLst>
                <a:ext uri="{FF2B5EF4-FFF2-40B4-BE49-F238E27FC236}">
                  <a16:creationId xmlns:a16="http://schemas.microsoft.com/office/drawing/2014/main" id="{003FD1D3-A550-2870-05AD-F48756466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1" name="Freeform 581">
              <a:extLst>
                <a:ext uri="{FF2B5EF4-FFF2-40B4-BE49-F238E27FC236}">
                  <a16:creationId xmlns:a16="http://schemas.microsoft.com/office/drawing/2014/main" id="{E1920AA4-7B5A-0A0C-587E-A5E1B82DE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2" name="Freeform 582">
              <a:extLst>
                <a:ext uri="{FF2B5EF4-FFF2-40B4-BE49-F238E27FC236}">
                  <a16:creationId xmlns:a16="http://schemas.microsoft.com/office/drawing/2014/main" id="{AC9EA8FA-829B-8FA9-A3F6-C32A280DD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3" name="Oval 583">
              <a:extLst>
                <a:ext uri="{FF2B5EF4-FFF2-40B4-BE49-F238E27FC236}">
                  <a16:creationId xmlns:a16="http://schemas.microsoft.com/office/drawing/2014/main" id="{FDEDEC51-65B5-657A-43D3-E515AB91A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4" name="Freeform 584">
              <a:extLst>
                <a:ext uri="{FF2B5EF4-FFF2-40B4-BE49-F238E27FC236}">
                  <a16:creationId xmlns:a16="http://schemas.microsoft.com/office/drawing/2014/main" id="{2CC886D6-1761-A1EB-5A21-1E7893DAD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5" name="Freeform 585">
              <a:extLst>
                <a:ext uri="{FF2B5EF4-FFF2-40B4-BE49-F238E27FC236}">
                  <a16:creationId xmlns:a16="http://schemas.microsoft.com/office/drawing/2014/main" id="{7DBDAA26-3B61-6B11-B93F-78470D43E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6" name="Freeform 586">
              <a:extLst>
                <a:ext uri="{FF2B5EF4-FFF2-40B4-BE49-F238E27FC236}">
                  <a16:creationId xmlns:a16="http://schemas.microsoft.com/office/drawing/2014/main" id="{F2DA07C7-66F7-5CFD-3186-F6F84A062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7" name="Freeform 598">
              <a:extLst>
                <a:ext uri="{FF2B5EF4-FFF2-40B4-BE49-F238E27FC236}">
                  <a16:creationId xmlns:a16="http://schemas.microsoft.com/office/drawing/2014/main" id="{F9A52906-CBF0-F159-0F35-373778A44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8" name="Freeform 599">
              <a:extLst>
                <a:ext uri="{FF2B5EF4-FFF2-40B4-BE49-F238E27FC236}">
                  <a16:creationId xmlns:a16="http://schemas.microsoft.com/office/drawing/2014/main" id="{FA08D29C-8CA7-5122-BFB0-F905433BA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9" name="Freeform 600">
              <a:extLst>
                <a:ext uri="{FF2B5EF4-FFF2-40B4-BE49-F238E27FC236}">
                  <a16:creationId xmlns:a16="http://schemas.microsoft.com/office/drawing/2014/main" id="{35FA1103-6017-D526-64E8-22F2118AE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0" name="Freeform 601">
              <a:extLst>
                <a:ext uri="{FF2B5EF4-FFF2-40B4-BE49-F238E27FC236}">
                  <a16:creationId xmlns:a16="http://schemas.microsoft.com/office/drawing/2014/main" id="{91DC5BE4-5DC3-BF91-26DD-BFAAD37FC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1" name="Freeform 602">
              <a:extLst>
                <a:ext uri="{FF2B5EF4-FFF2-40B4-BE49-F238E27FC236}">
                  <a16:creationId xmlns:a16="http://schemas.microsoft.com/office/drawing/2014/main" id="{7D5F95FB-01E9-0CF9-48C3-A55944795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2" name="Oval 603">
              <a:extLst>
                <a:ext uri="{FF2B5EF4-FFF2-40B4-BE49-F238E27FC236}">
                  <a16:creationId xmlns:a16="http://schemas.microsoft.com/office/drawing/2014/main" id="{947F75BA-2A70-0C47-7DEC-B17F95901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3" name="Oval 604">
              <a:extLst>
                <a:ext uri="{FF2B5EF4-FFF2-40B4-BE49-F238E27FC236}">
                  <a16:creationId xmlns:a16="http://schemas.microsoft.com/office/drawing/2014/main" id="{CBC2373A-92F5-C1DC-FBDD-8B29253F3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4" name="Freeform 605">
              <a:extLst>
                <a:ext uri="{FF2B5EF4-FFF2-40B4-BE49-F238E27FC236}">
                  <a16:creationId xmlns:a16="http://schemas.microsoft.com/office/drawing/2014/main" id="{C2445A62-6F2B-036F-8799-A2BEBF777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5" name="Freeform 606">
              <a:extLst>
                <a:ext uri="{FF2B5EF4-FFF2-40B4-BE49-F238E27FC236}">
                  <a16:creationId xmlns:a16="http://schemas.microsoft.com/office/drawing/2014/main" id="{462FFA54-20CF-A7B5-CCA6-010D76CBE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646" name="Grupo 645">
            <a:extLst>
              <a:ext uri="{FF2B5EF4-FFF2-40B4-BE49-F238E27FC236}">
                <a16:creationId xmlns:a16="http://schemas.microsoft.com/office/drawing/2014/main" id="{ADF0405F-46DE-533F-7962-FFEB521BEC96}"/>
              </a:ext>
            </a:extLst>
          </p:cNvPr>
          <p:cNvGrpSpPr/>
          <p:nvPr userDrawn="1"/>
        </p:nvGrpSpPr>
        <p:grpSpPr>
          <a:xfrm flipH="1">
            <a:off x="8632886" y="-120502"/>
            <a:ext cx="1507863" cy="1510278"/>
            <a:chOff x="39184" y="-151930"/>
            <a:chExt cx="1309806" cy="1311904"/>
          </a:xfrm>
          <a:solidFill>
            <a:schemeClr val="tx2"/>
          </a:solidFill>
        </p:grpSpPr>
        <p:sp>
          <p:nvSpPr>
            <p:cNvPr id="647" name="Oval 357">
              <a:extLst>
                <a:ext uri="{FF2B5EF4-FFF2-40B4-BE49-F238E27FC236}">
                  <a16:creationId xmlns:a16="http://schemas.microsoft.com/office/drawing/2014/main" id="{8FB48A68-D6C2-D7CB-B379-71C01FEED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8" name="Freeform 358">
              <a:extLst>
                <a:ext uri="{FF2B5EF4-FFF2-40B4-BE49-F238E27FC236}">
                  <a16:creationId xmlns:a16="http://schemas.microsoft.com/office/drawing/2014/main" id="{8EF770E9-DE11-DAAE-1812-E57B732FF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9" name="Freeform 359">
              <a:extLst>
                <a:ext uri="{FF2B5EF4-FFF2-40B4-BE49-F238E27FC236}">
                  <a16:creationId xmlns:a16="http://schemas.microsoft.com/office/drawing/2014/main" id="{86B011DF-1678-26F9-A814-0A462763B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0" name="Freeform 360">
              <a:extLst>
                <a:ext uri="{FF2B5EF4-FFF2-40B4-BE49-F238E27FC236}">
                  <a16:creationId xmlns:a16="http://schemas.microsoft.com/office/drawing/2014/main" id="{F5C753C3-A623-F32F-E3FF-057ED5DEE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1" name="Freeform 361">
              <a:extLst>
                <a:ext uri="{FF2B5EF4-FFF2-40B4-BE49-F238E27FC236}">
                  <a16:creationId xmlns:a16="http://schemas.microsoft.com/office/drawing/2014/main" id="{1777587F-C9B7-A95B-588F-ADC9F8151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2" name="Freeform 362">
              <a:extLst>
                <a:ext uri="{FF2B5EF4-FFF2-40B4-BE49-F238E27FC236}">
                  <a16:creationId xmlns:a16="http://schemas.microsoft.com/office/drawing/2014/main" id="{283328FF-1881-6A88-3D78-363FAB2D2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3" name="Freeform 363">
              <a:extLst>
                <a:ext uri="{FF2B5EF4-FFF2-40B4-BE49-F238E27FC236}">
                  <a16:creationId xmlns:a16="http://schemas.microsoft.com/office/drawing/2014/main" id="{F58858F1-A559-4E0E-4F7A-11F8419FB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4" name="Freeform 364">
              <a:extLst>
                <a:ext uri="{FF2B5EF4-FFF2-40B4-BE49-F238E27FC236}">
                  <a16:creationId xmlns:a16="http://schemas.microsoft.com/office/drawing/2014/main" id="{B4591188-F4DE-9C6D-3A75-00E69980C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5" name="Freeform 365">
              <a:extLst>
                <a:ext uri="{FF2B5EF4-FFF2-40B4-BE49-F238E27FC236}">
                  <a16:creationId xmlns:a16="http://schemas.microsoft.com/office/drawing/2014/main" id="{379CEB33-1278-6490-8A7E-73BD6289A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6" name="Freeform 377">
              <a:extLst>
                <a:ext uri="{FF2B5EF4-FFF2-40B4-BE49-F238E27FC236}">
                  <a16:creationId xmlns:a16="http://schemas.microsoft.com/office/drawing/2014/main" id="{A123E215-6E43-22D2-838A-E4F01A8FF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7" name="Freeform 378">
              <a:extLst>
                <a:ext uri="{FF2B5EF4-FFF2-40B4-BE49-F238E27FC236}">
                  <a16:creationId xmlns:a16="http://schemas.microsoft.com/office/drawing/2014/main" id="{F9698EF3-9DF0-476E-3429-C56400D69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8" name="Oval 379">
              <a:extLst>
                <a:ext uri="{FF2B5EF4-FFF2-40B4-BE49-F238E27FC236}">
                  <a16:creationId xmlns:a16="http://schemas.microsoft.com/office/drawing/2014/main" id="{27C33C34-0D8A-AAE2-62B2-87E4D1127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9" name="Oval 380">
              <a:extLst>
                <a:ext uri="{FF2B5EF4-FFF2-40B4-BE49-F238E27FC236}">
                  <a16:creationId xmlns:a16="http://schemas.microsoft.com/office/drawing/2014/main" id="{1AC0A68C-314F-B3BA-7FCF-CE1CE7A88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0" name="Freeform 381">
              <a:extLst>
                <a:ext uri="{FF2B5EF4-FFF2-40B4-BE49-F238E27FC236}">
                  <a16:creationId xmlns:a16="http://schemas.microsoft.com/office/drawing/2014/main" id="{B219CB6B-1339-3B5B-B7AA-7EFF7DC5C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1" name="Freeform 382">
              <a:extLst>
                <a:ext uri="{FF2B5EF4-FFF2-40B4-BE49-F238E27FC236}">
                  <a16:creationId xmlns:a16="http://schemas.microsoft.com/office/drawing/2014/main" id="{74423429-FF60-0494-D87A-05535252C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2" name="Freeform 383">
              <a:extLst>
                <a:ext uri="{FF2B5EF4-FFF2-40B4-BE49-F238E27FC236}">
                  <a16:creationId xmlns:a16="http://schemas.microsoft.com/office/drawing/2014/main" id="{EBD0A504-6606-84E6-3A51-9B12EF6E9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3" name="Freeform 384">
              <a:extLst>
                <a:ext uri="{FF2B5EF4-FFF2-40B4-BE49-F238E27FC236}">
                  <a16:creationId xmlns:a16="http://schemas.microsoft.com/office/drawing/2014/main" id="{6D4A2899-7C4B-FCEF-33A7-204C04966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4" name="Freeform 385">
              <a:extLst>
                <a:ext uri="{FF2B5EF4-FFF2-40B4-BE49-F238E27FC236}">
                  <a16:creationId xmlns:a16="http://schemas.microsoft.com/office/drawing/2014/main" id="{5379C480-121F-E22B-4577-1127130F2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5" name="Freeform 397">
              <a:extLst>
                <a:ext uri="{FF2B5EF4-FFF2-40B4-BE49-F238E27FC236}">
                  <a16:creationId xmlns:a16="http://schemas.microsoft.com/office/drawing/2014/main" id="{0D61D4EB-7B78-28FF-0C13-C592B4167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6" name="Freeform 398">
              <a:extLst>
                <a:ext uri="{FF2B5EF4-FFF2-40B4-BE49-F238E27FC236}">
                  <a16:creationId xmlns:a16="http://schemas.microsoft.com/office/drawing/2014/main" id="{5DBC8665-2BCC-61E6-B885-9BEE952CE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7" name="Oval 399">
              <a:extLst>
                <a:ext uri="{FF2B5EF4-FFF2-40B4-BE49-F238E27FC236}">
                  <a16:creationId xmlns:a16="http://schemas.microsoft.com/office/drawing/2014/main" id="{7CADFA7C-6868-DC8E-2F93-9A79353BA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8" name="Oval 400">
              <a:extLst>
                <a:ext uri="{FF2B5EF4-FFF2-40B4-BE49-F238E27FC236}">
                  <a16:creationId xmlns:a16="http://schemas.microsoft.com/office/drawing/2014/main" id="{2F2CD6FC-306A-8349-81BD-41BD64877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9" name="Freeform 401">
              <a:extLst>
                <a:ext uri="{FF2B5EF4-FFF2-40B4-BE49-F238E27FC236}">
                  <a16:creationId xmlns:a16="http://schemas.microsoft.com/office/drawing/2014/main" id="{03474E5E-BBBE-6D6A-2F42-624720CAF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0" name="Freeform 402">
              <a:extLst>
                <a:ext uri="{FF2B5EF4-FFF2-40B4-BE49-F238E27FC236}">
                  <a16:creationId xmlns:a16="http://schemas.microsoft.com/office/drawing/2014/main" id="{35DAC2A8-D669-75AC-1642-BD108B697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1" name="Freeform 403">
              <a:extLst>
                <a:ext uri="{FF2B5EF4-FFF2-40B4-BE49-F238E27FC236}">
                  <a16:creationId xmlns:a16="http://schemas.microsoft.com/office/drawing/2014/main" id="{BA4A0EF5-968C-26F9-319D-8207DDD1D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2" name="Freeform 404">
              <a:extLst>
                <a:ext uri="{FF2B5EF4-FFF2-40B4-BE49-F238E27FC236}">
                  <a16:creationId xmlns:a16="http://schemas.microsoft.com/office/drawing/2014/main" id="{C5B62E49-15E7-0230-3737-98F3EDEA8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3" name="Freeform 405">
              <a:extLst>
                <a:ext uri="{FF2B5EF4-FFF2-40B4-BE49-F238E27FC236}">
                  <a16:creationId xmlns:a16="http://schemas.microsoft.com/office/drawing/2014/main" id="{6E73E502-4033-538B-8A36-2236BC074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4" name="Freeform 418">
              <a:extLst>
                <a:ext uri="{FF2B5EF4-FFF2-40B4-BE49-F238E27FC236}">
                  <a16:creationId xmlns:a16="http://schemas.microsoft.com/office/drawing/2014/main" id="{DF06F0A4-205D-7C36-031C-3759BC314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5" name="Freeform 419">
              <a:extLst>
                <a:ext uri="{FF2B5EF4-FFF2-40B4-BE49-F238E27FC236}">
                  <a16:creationId xmlns:a16="http://schemas.microsoft.com/office/drawing/2014/main" id="{97B6E6CE-592B-7E78-FE4A-4510B75C4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6" name="Freeform 420">
              <a:extLst>
                <a:ext uri="{FF2B5EF4-FFF2-40B4-BE49-F238E27FC236}">
                  <a16:creationId xmlns:a16="http://schemas.microsoft.com/office/drawing/2014/main" id="{39A1B0F6-CD60-64F6-C479-4CCB7FDC4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7" name="Freeform 421">
              <a:extLst>
                <a:ext uri="{FF2B5EF4-FFF2-40B4-BE49-F238E27FC236}">
                  <a16:creationId xmlns:a16="http://schemas.microsoft.com/office/drawing/2014/main" id="{D05AFDF6-3640-48B8-13D5-6A1705AC6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8" name="Freeform 422">
              <a:extLst>
                <a:ext uri="{FF2B5EF4-FFF2-40B4-BE49-F238E27FC236}">
                  <a16:creationId xmlns:a16="http://schemas.microsoft.com/office/drawing/2014/main" id="{0D22503A-204F-D481-32A1-DEF4B00DB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9" name="Oval 423">
              <a:extLst>
                <a:ext uri="{FF2B5EF4-FFF2-40B4-BE49-F238E27FC236}">
                  <a16:creationId xmlns:a16="http://schemas.microsoft.com/office/drawing/2014/main" id="{BD06A3E8-E47D-88DF-BECD-69997E273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0" name="Freeform 424">
              <a:extLst>
                <a:ext uri="{FF2B5EF4-FFF2-40B4-BE49-F238E27FC236}">
                  <a16:creationId xmlns:a16="http://schemas.microsoft.com/office/drawing/2014/main" id="{04A24349-7A81-2DD7-D706-60D02C27F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1" name="Freeform 425">
              <a:extLst>
                <a:ext uri="{FF2B5EF4-FFF2-40B4-BE49-F238E27FC236}">
                  <a16:creationId xmlns:a16="http://schemas.microsoft.com/office/drawing/2014/main" id="{39D5E00D-5CEE-E011-0AF6-3E6DA220E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2" name="Freeform 426">
              <a:extLst>
                <a:ext uri="{FF2B5EF4-FFF2-40B4-BE49-F238E27FC236}">
                  <a16:creationId xmlns:a16="http://schemas.microsoft.com/office/drawing/2014/main" id="{F58068B3-5323-0B21-D311-FCCFED240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3" name="Freeform 438">
              <a:extLst>
                <a:ext uri="{FF2B5EF4-FFF2-40B4-BE49-F238E27FC236}">
                  <a16:creationId xmlns:a16="http://schemas.microsoft.com/office/drawing/2014/main" id="{554C7C55-0E55-0ECE-E5E5-F449767D4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4" name="Freeform 439">
              <a:extLst>
                <a:ext uri="{FF2B5EF4-FFF2-40B4-BE49-F238E27FC236}">
                  <a16:creationId xmlns:a16="http://schemas.microsoft.com/office/drawing/2014/main" id="{82082C8E-04B4-6A58-B54F-D83159559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5" name="Freeform 440">
              <a:extLst>
                <a:ext uri="{FF2B5EF4-FFF2-40B4-BE49-F238E27FC236}">
                  <a16:creationId xmlns:a16="http://schemas.microsoft.com/office/drawing/2014/main" id="{A37700E8-46DA-B56A-5CB1-4FFF5C959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6" name="Freeform 441">
              <a:extLst>
                <a:ext uri="{FF2B5EF4-FFF2-40B4-BE49-F238E27FC236}">
                  <a16:creationId xmlns:a16="http://schemas.microsoft.com/office/drawing/2014/main" id="{CACB906F-DA61-746D-1A0C-97F15A989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7" name="Freeform 442">
              <a:extLst>
                <a:ext uri="{FF2B5EF4-FFF2-40B4-BE49-F238E27FC236}">
                  <a16:creationId xmlns:a16="http://schemas.microsoft.com/office/drawing/2014/main" id="{E648D660-F49B-D6DA-0913-BEF0C7861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8" name="Oval 443">
              <a:extLst>
                <a:ext uri="{FF2B5EF4-FFF2-40B4-BE49-F238E27FC236}">
                  <a16:creationId xmlns:a16="http://schemas.microsoft.com/office/drawing/2014/main" id="{C6FFDE14-1C62-872C-1CFF-9BE33D5C3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9" name="Oval 444">
              <a:extLst>
                <a:ext uri="{FF2B5EF4-FFF2-40B4-BE49-F238E27FC236}">
                  <a16:creationId xmlns:a16="http://schemas.microsoft.com/office/drawing/2014/main" id="{C50AEBFE-C156-D695-D733-90824737A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0" name="Freeform 445">
              <a:extLst>
                <a:ext uri="{FF2B5EF4-FFF2-40B4-BE49-F238E27FC236}">
                  <a16:creationId xmlns:a16="http://schemas.microsoft.com/office/drawing/2014/main" id="{22250783-FF23-1A54-AFEE-EFC32026B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1" name="Freeform 446">
              <a:extLst>
                <a:ext uri="{FF2B5EF4-FFF2-40B4-BE49-F238E27FC236}">
                  <a16:creationId xmlns:a16="http://schemas.microsoft.com/office/drawing/2014/main" id="{BFC7804F-5E8E-C6D0-03A2-031661D60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2" name="Freeform 458">
              <a:extLst>
                <a:ext uri="{FF2B5EF4-FFF2-40B4-BE49-F238E27FC236}">
                  <a16:creationId xmlns:a16="http://schemas.microsoft.com/office/drawing/2014/main" id="{D27BCBA9-4691-8253-6ACB-DD01B71E9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3" name="Freeform 459">
              <a:extLst>
                <a:ext uri="{FF2B5EF4-FFF2-40B4-BE49-F238E27FC236}">
                  <a16:creationId xmlns:a16="http://schemas.microsoft.com/office/drawing/2014/main" id="{C5DD3BEB-5BD9-2CBB-C364-BF225D5BC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4" name="Freeform 460">
              <a:extLst>
                <a:ext uri="{FF2B5EF4-FFF2-40B4-BE49-F238E27FC236}">
                  <a16:creationId xmlns:a16="http://schemas.microsoft.com/office/drawing/2014/main" id="{5D35A396-CEAE-3CA9-7929-AD18B4669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5" name="Freeform 461">
              <a:extLst>
                <a:ext uri="{FF2B5EF4-FFF2-40B4-BE49-F238E27FC236}">
                  <a16:creationId xmlns:a16="http://schemas.microsoft.com/office/drawing/2014/main" id="{BFC75994-FF39-7C43-0F08-ADF12E539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6" name="Freeform 462">
              <a:extLst>
                <a:ext uri="{FF2B5EF4-FFF2-40B4-BE49-F238E27FC236}">
                  <a16:creationId xmlns:a16="http://schemas.microsoft.com/office/drawing/2014/main" id="{6667C85C-1A65-5C4B-E980-A0B553948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7" name="Freeform 463">
              <a:extLst>
                <a:ext uri="{FF2B5EF4-FFF2-40B4-BE49-F238E27FC236}">
                  <a16:creationId xmlns:a16="http://schemas.microsoft.com/office/drawing/2014/main" id="{7856E648-5961-593B-4C7A-F643F853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8" name="Freeform 464">
              <a:extLst>
                <a:ext uri="{FF2B5EF4-FFF2-40B4-BE49-F238E27FC236}">
                  <a16:creationId xmlns:a16="http://schemas.microsoft.com/office/drawing/2014/main" id="{1BCC0C38-0F9A-CA35-C096-05C6786F0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9" name="Freeform 465">
              <a:extLst>
                <a:ext uri="{FF2B5EF4-FFF2-40B4-BE49-F238E27FC236}">
                  <a16:creationId xmlns:a16="http://schemas.microsoft.com/office/drawing/2014/main" id="{20A92CDE-9159-133E-3653-7F452EEF5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0" name="Freeform 466">
              <a:extLst>
                <a:ext uri="{FF2B5EF4-FFF2-40B4-BE49-F238E27FC236}">
                  <a16:creationId xmlns:a16="http://schemas.microsoft.com/office/drawing/2014/main" id="{D9A48A0E-A58A-E594-75F6-15780A4DF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1" name="Freeform 478">
              <a:extLst>
                <a:ext uri="{FF2B5EF4-FFF2-40B4-BE49-F238E27FC236}">
                  <a16:creationId xmlns:a16="http://schemas.microsoft.com/office/drawing/2014/main" id="{10A16416-17B1-7C7C-3EF6-E0E4F2405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2" name="Freeform 479">
              <a:extLst>
                <a:ext uri="{FF2B5EF4-FFF2-40B4-BE49-F238E27FC236}">
                  <a16:creationId xmlns:a16="http://schemas.microsoft.com/office/drawing/2014/main" id="{30CA7FC0-A3D1-6BB4-FD9B-CA57ECBC3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3" name="Freeform 480">
              <a:extLst>
                <a:ext uri="{FF2B5EF4-FFF2-40B4-BE49-F238E27FC236}">
                  <a16:creationId xmlns:a16="http://schemas.microsoft.com/office/drawing/2014/main" id="{9BC12D3C-B474-E4C1-3029-F7821F883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4" name="Freeform 481">
              <a:extLst>
                <a:ext uri="{FF2B5EF4-FFF2-40B4-BE49-F238E27FC236}">
                  <a16:creationId xmlns:a16="http://schemas.microsoft.com/office/drawing/2014/main" id="{AD7C9774-807F-A223-33F8-E8AE28DC6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5" name="Freeform 482">
              <a:extLst>
                <a:ext uri="{FF2B5EF4-FFF2-40B4-BE49-F238E27FC236}">
                  <a16:creationId xmlns:a16="http://schemas.microsoft.com/office/drawing/2014/main" id="{247C8088-A644-D54C-3236-E5D55A38E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6" name="Freeform 483">
              <a:extLst>
                <a:ext uri="{FF2B5EF4-FFF2-40B4-BE49-F238E27FC236}">
                  <a16:creationId xmlns:a16="http://schemas.microsoft.com/office/drawing/2014/main" id="{18E205A7-07E5-2BC9-FDA3-2B964F049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7" name="Freeform 484">
              <a:extLst>
                <a:ext uri="{FF2B5EF4-FFF2-40B4-BE49-F238E27FC236}">
                  <a16:creationId xmlns:a16="http://schemas.microsoft.com/office/drawing/2014/main" id="{1D20C188-0006-68B2-4A2F-BFCAF6384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8" name="Freeform 485">
              <a:extLst>
                <a:ext uri="{FF2B5EF4-FFF2-40B4-BE49-F238E27FC236}">
                  <a16:creationId xmlns:a16="http://schemas.microsoft.com/office/drawing/2014/main" id="{E21BF48D-5B78-395E-F7BA-FDDA12DA2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9" name="Oval 486">
              <a:extLst>
                <a:ext uri="{FF2B5EF4-FFF2-40B4-BE49-F238E27FC236}">
                  <a16:creationId xmlns:a16="http://schemas.microsoft.com/office/drawing/2014/main" id="{1F200692-42E0-2703-840C-680A931A7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0" name="Oval 498">
              <a:extLst>
                <a:ext uri="{FF2B5EF4-FFF2-40B4-BE49-F238E27FC236}">
                  <a16:creationId xmlns:a16="http://schemas.microsoft.com/office/drawing/2014/main" id="{3BA7BDF3-3FAA-2A3D-C904-8D2967B93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1" name="Oval 499">
              <a:extLst>
                <a:ext uri="{FF2B5EF4-FFF2-40B4-BE49-F238E27FC236}">
                  <a16:creationId xmlns:a16="http://schemas.microsoft.com/office/drawing/2014/main" id="{401EF930-7340-562C-C306-8F54B363D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2" name="Freeform 500">
              <a:extLst>
                <a:ext uri="{FF2B5EF4-FFF2-40B4-BE49-F238E27FC236}">
                  <a16:creationId xmlns:a16="http://schemas.microsoft.com/office/drawing/2014/main" id="{728C3DD4-C020-9E61-8A54-BC270332C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3" name="Freeform 501">
              <a:extLst>
                <a:ext uri="{FF2B5EF4-FFF2-40B4-BE49-F238E27FC236}">
                  <a16:creationId xmlns:a16="http://schemas.microsoft.com/office/drawing/2014/main" id="{403A3122-8C89-5D46-9E55-097A00013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4" name="Freeform 502">
              <a:extLst>
                <a:ext uri="{FF2B5EF4-FFF2-40B4-BE49-F238E27FC236}">
                  <a16:creationId xmlns:a16="http://schemas.microsoft.com/office/drawing/2014/main" id="{93E9D4AB-3918-E307-8941-02099E236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5" name="Freeform 503">
              <a:extLst>
                <a:ext uri="{FF2B5EF4-FFF2-40B4-BE49-F238E27FC236}">
                  <a16:creationId xmlns:a16="http://schemas.microsoft.com/office/drawing/2014/main" id="{39A1FADB-56CA-842C-0C8B-F95188BB4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6" name="Freeform 504">
              <a:extLst>
                <a:ext uri="{FF2B5EF4-FFF2-40B4-BE49-F238E27FC236}">
                  <a16:creationId xmlns:a16="http://schemas.microsoft.com/office/drawing/2014/main" id="{8BB85061-8EC2-99DC-DBC2-4A9EE6439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7" name="Freeform 505">
              <a:extLst>
                <a:ext uri="{FF2B5EF4-FFF2-40B4-BE49-F238E27FC236}">
                  <a16:creationId xmlns:a16="http://schemas.microsoft.com/office/drawing/2014/main" id="{D3EE8548-5D04-FEC3-1D0C-643B47EC2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8" name="Freeform 506">
              <a:extLst>
                <a:ext uri="{FF2B5EF4-FFF2-40B4-BE49-F238E27FC236}">
                  <a16:creationId xmlns:a16="http://schemas.microsoft.com/office/drawing/2014/main" id="{1632DC5B-8F8F-38ED-C5BE-7962017B7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9" name="Oval 518">
              <a:extLst>
                <a:ext uri="{FF2B5EF4-FFF2-40B4-BE49-F238E27FC236}">
                  <a16:creationId xmlns:a16="http://schemas.microsoft.com/office/drawing/2014/main" id="{A7ABA925-5223-F28C-2858-901538B3C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0" name="Freeform 519">
              <a:extLst>
                <a:ext uri="{FF2B5EF4-FFF2-40B4-BE49-F238E27FC236}">
                  <a16:creationId xmlns:a16="http://schemas.microsoft.com/office/drawing/2014/main" id="{9460E9B6-5E04-E970-5112-2327C7D7F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1" name="Freeform 520">
              <a:extLst>
                <a:ext uri="{FF2B5EF4-FFF2-40B4-BE49-F238E27FC236}">
                  <a16:creationId xmlns:a16="http://schemas.microsoft.com/office/drawing/2014/main" id="{E860F32F-164A-B83B-42FB-B5ADC36B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2" name="Freeform 521">
              <a:extLst>
                <a:ext uri="{FF2B5EF4-FFF2-40B4-BE49-F238E27FC236}">
                  <a16:creationId xmlns:a16="http://schemas.microsoft.com/office/drawing/2014/main" id="{0E0974BD-C5BD-C0E5-1D4D-5366F699D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3" name="Freeform 522">
              <a:extLst>
                <a:ext uri="{FF2B5EF4-FFF2-40B4-BE49-F238E27FC236}">
                  <a16:creationId xmlns:a16="http://schemas.microsoft.com/office/drawing/2014/main" id="{6780BCBB-C121-BF96-95E5-C84623454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4" name="Freeform 523">
              <a:extLst>
                <a:ext uri="{FF2B5EF4-FFF2-40B4-BE49-F238E27FC236}">
                  <a16:creationId xmlns:a16="http://schemas.microsoft.com/office/drawing/2014/main" id="{97367F99-9BD9-2EE9-A638-316803D52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5" name="Freeform 524">
              <a:extLst>
                <a:ext uri="{FF2B5EF4-FFF2-40B4-BE49-F238E27FC236}">
                  <a16:creationId xmlns:a16="http://schemas.microsoft.com/office/drawing/2014/main" id="{C939BC6A-7D90-633A-B977-BC2AD412F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6" name="Freeform 525">
              <a:extLst>
                <a:ext uri="{FF2B5EF4-FFF2-40B4-BE49-F238E27FC236}">
                  <a16:creationId xmlns:a16="http://schemas.microsoft.com/office/drawing/2014/main" id="{E591E329-44F1-C733-ABD6-4FF9A9726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7" name="Freeform 526">
              <a:extLst>
                <a:ext uri="{FF2B5EF4-FFF2-40B4-BE49-F238E27FC236}">
                  <a16:creationId xmlns:a16="http://schemas.microsoft.com/office/drawing/2014/main" id="{BA03B428-208F-3534-5AB6-392B56486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8" name="Freeform 538">
              <a:extLst>
                <a:ext uri="{FF2B5EF4-FFF2-40B4-BE49-F238E27FC236}">
                  <a16:creationId xmlns:a16="http://schemas.microsoft.com/office/drawing/2014/main" id="{6408E4DA-EAA7-CDE0-BD63-8914A9900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9" name="Freeform 539">
              <a:extLst>
                <a:ext uri="{FF2B5EF4-FFF2-40B4-BE49-F238E27FC236}">
                  <a16:creationId xmlns:a16="http://schemas.microsoft.com/office/drawing/2014/main" id="{4C432136-5F54-A76B-4B52-F84A68217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0" name="Oval 540">
              <a:extLst>
                <a:ext uri="{FF2B5EF4-FFF2-40B4-BE49-F238E27FC236}">
                  <a16:creationId xmlns:a16="http://schemas.microsoft.com/office/drawing/2014/main" id="{49A8792F-D2DA-1D96-F00C-C6B1D4168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1" name="Oval 541">
              <a:extLst>
                <a:ext uri="{FF2B5EF4-FFF2-40B4-BE49-F238E27FC236}">
                  <a16:creationId xmlns:a16="http://schemas.microsoft.com/office/drawing/2014/main" id="{E1CF51DD-0163-F548-AA7B-68ACA516D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2" name="Freeform 542">
              <a:extLst>
                <a:ext uri="{FF2B5EF4-FFF2-40B4-BE49-F238E27FC236}">
                  <a16:creationId xmlns:a16="http://schemas.microsoft.com/office/drawing/2014/main" id="{20F7D6EC-5F80-3D37-4CE3-75DF8E981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3" name="Freeform 543">
              <a:extLst>
                <a:ext uri="{FF2B5EF4-FFF2-40B4-BE49-F238E27FC236}">
                  <a16:creationId xmlns:a16="http://schemas.microsoft.com/office/drawing/2014/main" id="{D856E5D7-55CF-C8EA-59C7-51A8A7862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4" name="Freeform 544">
              <a:extLst>
                <a:ext uri="{FF2B5EF4-FFF2-40B4-BE49-F238E27FC236}">
                  <a16:creationId xmlns:a16="http://schemas.microsoft.com/office/drawing/2014/main" id="{40D207EA-75AC-64F7-2995-5EF124AAE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5" name="Freeform 545">
              <a:extLst>
                <a:ext uri="{FF2B5EF4-FFF2-40B4-BE49-F238E27FC236}">
                  <a16:creationId xmlns:a16="http://schemas.microsoft.com/office/drawing/2014/main" id="{087AED77-7EE6-CE73-904B-1230A3A3B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6" name="Freeform 546">
              <a:extLst>
                <a:ext uri="{FF2B5EF4-FFF2-40B4-BE49-F238E27FC236}">
                  <a16:creationId xmlns:a16="http://schemas.microsoft.com/office/drawing/2014/main" id="{90F5B2F1-081E-C62E-FE04-151130642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7" name="Freeform 558">
              <a:extLst>
                <a:ext uri="{FF2B5EF4-FFF2-40B4-BE49-F238E27FC236}">
                  <a16:creationId xmlns:a16="http://schemas.microsoft.com/office/drawing/2014/main" id="{95D7682F-A69E-5D04-7834-27C864095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8" name="Freeform 559">
              <a:extLst>
                <a:ext uri="{FF2B5EF4-FFF2-40B4-BE49-F238E27FC236}">
                  <a16:creationId xmlns:a16="http://schemas.microsoft.com/office/drawing/2014/main" id="{9265AD98-700C-F2B3-1022-B88EAA9AB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9" name="Oval 560">
              <a:extLst>
                <a:ext uri="{FF2B5EF4-FFF2-40B4-BE49-F238E27FC236}">
                  <a16:creationId xmlns:a16="http://schemas.microsoft.com/office/drawing/2014/main" id="{E27996AD-B899-5DC1-AE50-1C416350C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0" name="Oval 561">
              <a:extLst>
                <a:ext uri="{FF2B5EF4-FFF2-40B4-BE49-F238E27FC236}">
                  <a16:creationId xmlns:a16="http://schemas.microsoft.com/office/drawing/2014/main" id="{1CEC05BE-C8CF-718B-42B8-A5306A098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1" name="Freeform 562">
              <a:extLst>
                <a:ext uri="{FF2B5EF4-FFF2-40B4-BE49-F238E27FC236}">
                  <a16:creationId xmlns:a16="http://schemas.microsoft.com/office/drawing/2014/main" id="{5914FA68-C253-3101-CA61-0635335F6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2" name="Freeform 563">
              <a:extLst>
                <a:ext uri="{FF2B5EF4-FFF2-40B4-BE49-F238E27FC236}">
                  <a16:creationId xmlns:a16="http://schemas.microsoft.com/office/drawing/2014/main" id="{762F6F38-6A40-F17A-C2C4-6A0094267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3" name="Freeform 564">
              <a:extLst>
                <a:ext uri="{FF2B5EF4-FFF2-40B4-BE49-F238E27FC236}">
                  <a16:creationId xmlns:a16="http://schemas.microsoft.com/office/drawing/2014/main" id="{9A76894C-139D-B9BC-8EE6-19EB43105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4" name="Freeform 565">
              <a:extLst>
                <a:ext uri="{FF2B5EF4-FFF2-40B4-BE49-F238E27FC236}">
                  <a16:creationId xmlns:a16="http://schemas.microsoft.com/office/drawing/2014/main" id="{7C9401AE-B5EA-C571-0351-A8DB8B00A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5" name="Freeform 566">
              <a:extLst>
                <a:ext uri="{FF2B5EF4-FFF2-40B4-BE49-F238E27FC236}">
                  <a16:creationId xmlns:a16="http://schemas.microsoft.com/office/drawing/2014/main" id="{8A1FECAD-E997-82BE-6E18-BA6F944DD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6" name="Freeform 578">
              <a:extLst>
                <a:ext uri="{FF2B5EF4-FFF2-40B4-BE49-F238E27FC236}">
                  <a16:creationId xmlns:a16="http://schemas.microsoft.com/office/drawing/2014/main" id="{01B0E56C-C7BE-391D-A27C-FEDB49CB6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7" name="Freeform 579">
              <a:extLst>
                <a:ext uri="{FF2B5EF4-FFF2-40B4-BE49-F238E27FC236}">
                  <a16:creationId xmlns:a16="http://schemas.microsoft.com/office/drawing/2014/main" id="{83BCE44C-6DE4-52DD-FE18-9006FBF29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8" name="Freeform 580">
              <a:extLst>
                <a:ext uri="{FF2B5EF4-FFF2-40B4-BE49-F238E27FC236}">
                  <a16:creationId xmlns:a16="http://schemas.microsoft.com/office/drawing/2014/main" id="{FD022750-7FEE-CDFA-6537-8245A14DF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9" name="Freeform 581">
              <a:extLst>
                <a:ext uri="{FF2B5EF4-FFF2-40B4-BE49-F238E27FC236}">
                  <a16:creationId xmlns:a16="http://schemas.microsoft.com/office/drawing/2014/main" id="{D8780C81-D323-381D-4165-6FB486A8C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0" name="Freeform 582">
              <a:extLst>
                <a:ext uri="{FF2B5EF4-FFF2-40B4-BE49-F238E27FC236}">
                  <a16:creationId xmlns:a16="http://schemas.microsoft.com/office/drawing/2014/main" id="{EC017C3A-56B7-B1C3-EC66-B95F5902F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1" name="Oval 583">
              <a:extLst>
                <a:ext uri="{FF2B5EF4-FFF2-40B4-BE49-F238E27FC236}">
                  <a16:creationId xmlns:a16="http://schemas.microsoft.com/office/drawing/2014/main" id="{4225B8F3-0CE4-E50B-D217-B54DF3B53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2" name="Freeform 584">
              <a:extLst>
                <a:ext uri="{FF2B5EF4-FFF2-40B4-BE49-F238E27FC236}">
                  <a16:creationId xmlns:a16="http://schemas.microsoft.com/office/drawing/2014/main" id="{2BCFED4C-5DF8-2DA9-0BC2-5BA2F9ED2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3" name="Freeform 585">
              <a:extLst>
                <a:ext uri="{FF2B5EF4-FFF2-40B4-BE49-F238E27FC236}">
                  <a16:creationId xmlns:a16="http://schemas.microsoft.com/office/drawing/2014/main" id="{245CB00D-4957-5391-86DA-790589D34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4" name="Freeform 586">
              <a:extLst>
                <a:ext uri="{FF2B5EF4-FFF2-40B4-BE49-F238E27FC236}">
                  <a16:creationId xmlns:a16="http://schemas.microsoft.com/office/drawing/2014/main" id="{18DF681A-92DB-2477-1CC4-A0071986B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5" name="Freeform 598">
              <a:extLst>
                <a:ext uri="{FF2B5EF4-FFF2-40B4-BE49-F238E27FC236}">
                  <a16:creationId xmlns:a16="http://schemas.microsoft.com/office/drawing/2014/main" id="{CF381931-E59F-55C5-B726-214196C62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6" name="Freeform 599">
              <a:extLst>
                <a:ext uri="{FF2B5EF4-FFF2-40B4-BE49-F238E27FC236}">
                  <a16:creationId xmlns:a16="http://schemas.microsoft.com/office/drawing/2014/main" id="{C10E4108-46B9-29E6-2E22-779B6FED5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7" name="Freeform 600">
              <a:extLst>
                <a:ext uri="{FF2B5EF4-FFF2-40B4-BE49-F238E27FC236}">
                  <a16:creationId xmlns:a16="http://schemas.microsoft.com/office/drawing/2014/main" id="{6D1D3535-4E7C-9971-E102-78953CF8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8" name="Freeform 601">
              <a:extLst>
                <a:ext uri="{FF2B5EF4-FFF2-40B4-BE49-F238E27FC236}">
                  <a16:creationId xmlns:a16="http://schemas.microsoft.com/office/drawing/2014/main" id="{ECA0B7C7-D228-870E-8FE8-089F5B2B1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9" name="Freeform 602">
              <a:extLst>
                <a:ext uri="{FF2B5EF4-FFF2-40B4-BE49-F238E27FC236}">
                  <a16:creationId xmlns:a16="http://schemas.microsoft.com/office/drawing/2014/main" id="{E96DB9E6-7CF1-C24E-11A2-352E2CACB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0" name="Oval 603">
              <a:extLst>
                <a:ext uri="{FF2B5EF4-FFF2-40B4-BE49-F238E27FC236}">
                  <a16:creationId xmlns:a16="http://schemas.microsoft.com/office/drawing/2014/main" id="{94B8C185-D085-951A-5373-A2260D8AE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1" name="Oval 604">
              <a:extLst>
                <a:ext uri="{FF2B5EF4-FFF2-40B4-BE49-F238E27FC236}">
                  <a16:creationId xmlns:a16="http://schemas.microsoft.com/office/drawing/2014/main" id="{3A8275F4-24EF-5DD2-363D-B2FFCF107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2" name="Freeform 605">
              <a:extLst>
                <a:ext uri="{FF2B5EF4-FFF2-40B4-BE49-F238E27FC236}">
                  <a16:creationId xmlns:a16="http://schemas.microsoft.com/office/drawing/2014/main" id="{594A052D-44D7-653C-00CD-6B259D461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3" name="Freeform 606">
              <a:extLst>
                <a:ext uri="{FF2B5EF4-FFF2-40B4-BE49-F238E27FC236}">
                  <a16:creationId xmlns:a16="http://schemas.microsoft.com/office/drawing/2014/main" id="{34760906-2B79-8A96-E6A1-64E4A7474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32550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723900" y="1243260"/>
            <a:ext cx="7696200" cy="265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C2C302-6FD7-F2CA-8342-7486531DA30C}"/>
              </a:ext>
            </a:extLst>
          </p:cNvPr>
          <p:cNvGrpSpPr/>
          <p:nvPr userDrawn="1"/>
        </p:nvGrpSpPr>
        <p:grpSpPr>
          <a:xfrm>
            <a:off x="7627495" y="3454776"/>
            <a:ext cx="2105344" cy="2105344"/>
            <a:chOff x="478444" y="466725"/>
            <a:chExt cx="1592263" cy="1592263"/>
          </a:xfrm>
          <a:solidFill>
            <a:schemeClr val="accent1"/>
          </a:solidFill>
        </p:grpSpPr>
        <p:grpSp>
          <p:nvGrpSpPr>
            <p:cNvPr id="3" name="Group 205">
              <a:extLst>
                <a:ext uri="{FF2B5EF4-FFF2-40B4-BE49-F238E27FC236}">
                  <a16:creationId xmlns:a16="http://schemas.microsoft.com/office/drawing/2014/main" id="{B34FED41-B69B-7C05-C86C-D2065B5B2A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206" y="466725"/>
              <a:ext cx="1460501" cy="1460500"/>
              <a:chOff x="1166" y="294"/>
              <a:chExt cx="920" cy="920"/>
            </a:xfrm>
            <a:grpFill/>
          </p:grpSpPr>
          <p:sp>
            <p:nvSpPr>
              <p:cNvPr id="64" name="Freeform 5">
                <a:extLst>
                  <a:ext uri="{FF2B5EF4-FFF2-40B4-BE49-F238E27FC236}">
                    <a16:creationId xmlns:a16="http://schemas.microsoft.com/office/drawing/2014/main" id="{85BC1A81-819D-3A89-B8A7-422F949F0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" y="2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5" name="Freeform 6">
                <a:extLst>
                  <a:ext uri="{FF2B5EF4-FFF2-40B4-BE49-F238E27FC236}">
                    <a16:creationId xmlns:a16="http://schemas.microsoft.com/office/drawing/2014/main" id="{4C508CD8-78A8-F969-EA18-3B4FABFE1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32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7" name="Freeform 7">
                <a:extLst>
                  <a:ext uri="{FF2B5EF4-FFF2-40B4-BE49-F238E27FC236}">
                    <a16:creationId xmlns:a16="http://schemas.microsoft.com/office/drawing/2014/main" id="{C5FB098F-90EE-FA8E-B14D-E2245E8701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4" y="36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8" name="Freeform 8">
                <a:extLst>
                  <a:ext uri="{FF2B5EF4-FFF2-40B4-BE49-F238E27FC236}">
                    <a16:creationId xmlns:a16="http://schemas.microsoft.com/office/drawing/2014/main" id="{C194CB60-7D66-C7CC-A8B1-35C370E26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3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9" name="Freeform 9">
                <a:extLst>
                  <a:ext uri="{FF2B5EF4-FFF2-40B4-BE49-F238E27FC236}">
                    <a16:creationId xmlns:a16="http://schemas.microsoft.com/office/drawing/2014/main" id="{75D78DED-2AE2-B502-32EE-EC206164E1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2" y="43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0" name="Freeform 10">
                <a:extLst>
                  <a:ext uri="{FF2B5EF4-FFF2-40B4-BE49-F238E27FC236}">
                    <a16:creationId xmlns:a16="http://schemas.microsoft.com/office/drawing/2014/main" id="{E2A29BFC-A2CF-3A20-A9A7-D9E37BF4B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46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1" name="Freeform 11">
                <a:extLst>
                  <a:ext uri="{FF2B5EF4-FFF2-40B4-BE49-F238E27FC236}">
                    <a16:creationId xmlns:a16="http://schemas.microsoft.com/office/drawing/2014/main" id="{AF003E2C-538D-4D6E-25D9-1D3B0EC52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4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2" name="Freeform 12">
                <a:extLst>
                  <a:ext uri="{FF2B5EF4-FFF2-40B4-BE49-F238E27FC236}">
                    <a16:creationId xmlns:a16="http://schemas.microsoft.com/office/drawing/2014/main" id="{54199ACD-8612-BF3F-0878-E74CCA896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53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3" name="Freeform 13">
                <a:extLst>
                  <a:ext uri="{FF2B5EF4-FFF2-40B4-BE49-F238E27FC236}">
                    <a16:creationId xmlns:a16="http://schemas.microsoft.com/office/drawing/2014/main" id="{1DEE3C39-126E-EED6-71FB-AAF5BCDE5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9" y="566"/>
                <a:ext cx="22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4" name="Freeform 14">
                <a:extLst>
                  <a:ext uri="{FF2B5EF4-FFF2-40B4-BE49-F238E27FC236}">
                    <a16:creationId xmlns:a16="http://schemas.microsoft.com/office/drawing/2014/main" id="{E8C115DE-E1A6-57C7-17C3-D0048A136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" y="6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5" name="Freeform 15">
                <a:extLst>
                  <a:ext uri="{FF2B5EF4-FFF2-40B4-BE49-F238E27FC236}">
                    <a16:creationId xmlns:a16="http://schemas.microsoft.com/office/drawing/2014/main" id="{F7272971-16B7-DCC0-7E3F-AA697784F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63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6" name="Freeform 16">
                <a:extLst>
                  <a:ext uri="{FF2B5EF4-FFF2-40B4-BE49-F238E27FC236}">
                    <a16:creationId xmlns:a16="http://schemas.microsoft.com/office/drawing/2014/main" id="{B9CC586E-E801-AF69-304B-2AB5029B4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1" y="66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7" name="Freeform 17">
                <a:extLst>
                  <a:ext uri="{FF2B5EF4-FFF2-40B4-BE49-F238E27FC236}">
                    <a16:creationId xmlns:a16="http://schemas.microsoft.com/office/drawing/2014/main" id="{7A922282-5099-7E02-D6B0-437138A3D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" y="70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8" name="Freeform 18">
                <a:extLst>
                  <a:ext uri="{FF2B5EF4-FFF2-40B4-BE49-F238E27FC236}">
                    <a16:creationId xmlns:a16="http://schemas.microsoft.com/office/drawing/2014/main" id="{607D4A79-2EBF-0989-00B3-BAEDBEEDB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9" y="73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9" name="Freeform 19">
                <a:extLst>
                  <a:ext uri="{FF2B5EF4-FFF2-40B4-BE49-F238E27FC236}">
                    <a16:creationId xmlns:a16="http://schemas.microsoft.com/office/drawing/2014/main" id="{9A3DB772-E575-DE51-0EED-8D140067D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" y="77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0" name="Freeform 20">
                <a:extLst>
                  <a:ext uri="{FF2B5EF4-FFF2-40B4-BE49-F238E27FC236}">
                    <a16:creationId xmlns:a16="http://schemas.microsoft.com/office/drawing/2014/main" id="{C69AEC93-A039-7DF2-B49C-E62D2641A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7" y="80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1" name="Freeform 21">
                <a:extLst>
                  <a:ext uri="{FF2B5EF4-FFF2-40B4-BE49-F238E27FC236}">
                    <a16:creationId xmlns:a16="http://schemas.microsoft.com/office/drawing/2014/main" id="{2DA8CFEE-324C-4BF2-0CD0-E764759AC0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1" y="839"/>
                <a:ext cx="23" cy="22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2" name="Freeform 22">
                <a:extLst>
                  <a:ext uri="{FF2B5EF4-FFF2-40B4-BE49-F238E27FC236}">
                    <a16:creationId xmlns:a16="http://schemas.microsoft.com/office/drawing/2014/main" id="{60FACAD6-A3F4-77F7-AD44-B20D5BFAE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5" y="87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3" name="Freeform 23">
                <a:extLst>
                  <a:ext uri="{FF2B5EF4-FFF2-40B4-BE49-F238E27FC236}">
                    <a16:creationId xmlns:a16="http://schemas.microsoft.com/office/drawing/2014/main" id="{3DE1CEDA-EEEF-10A6-09B3-356BE03DD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9" y="9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4" name="Freeform 24">
                <a:extLst>
                  <a:ext uri="{FF2B5EF4-FFF2-40B4-BE49-F238E27FC236}">
                    <a16:creationId xmlns:a16="http://schemas.microsoft.com/office/drawing/2014/main" id="{BACF9667-F7C0-4602-5ACD-827DBCBC40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" y="9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5" name="Freeform 25">
                <a:extLst>
                  <a:ext uri="{FF2B5EF4-FFF2-40B4-BE49-F238E27FC236}">
                    <a16:creationId xmlns:a16="http://schemas.microsoft.com/office/drawing/2014/main" id="{889BEA11-CE5E-DBC9-2FEF-FE3F7FF5B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8" y="32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6" name="Oval 26">
                <a:extLst>
                  <a:ext uri="{FF2B5EF4-FFF2-40B4-BE49-F238E27FC236}">
                    <a16:creationId xmlns:a16="http://schemas.microsoft.com/office/drawing/2014/main" id="{E4017A20-6A98-14A3-5BAA-AC5628727C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3" y="35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7" name="Oval 27">
                <a:extLst>
                  <a:ext uri="{FF2B5EF4-FFF2-40B4-BE49-F238E27FC236}">
                    <a16:creationId xmlns:a16="http://schemas.microsoft.com/office/drawing/2014/main" id="{AB7BE0E9-D968-18AC-C1C5-42E9B03383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8" y="391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8" name="Freeform 28">
                <a:extLst>
                  <a:ext uri="{FF2B5EF4-FFF2-40B4-BE49-F238E27FC236}">
                    <a16:creationId xmlns:a16="http://schemas.microsoft.com/office/drawing/2014/main" id="{AF7F621B-D147-8F3A-2DE5-E1FBBE169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1" y="424"/>
                <a:ext cx="22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9" name="Freeform 29">
                <a:extLst>
                  <a:ext uri="{FF2B5EF4-FFF2-40B4-BE49-F238E27FC236}">
                    <a16:creationId xmlns:a16="http://schemas.microsoft.com/office/drawing/2014/main" id="{FB3D5F39-3903-FD1A-2A8F-E42A715D3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45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0" name="Freeform 30">
                <a:extLst>
                  <a:ext uri="{FF2B5EF4-FFF2-40B4-BE49-F238E27FC236}">
                    <a16:creationId xmlns:a16="http://schemas.microsoft.com/office/drawing/2014/main" id="{CF1C67B0-9CCB-47E5-3287-9CC9230FC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4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1" name="Freeform 31">
                <a:extLst>
                  <a:ext uri="{FF2B5EF4-FFF2-40B4-BE49-F238E27FC236}">
                    <a16:creationId xmlns:a16="http://schemas.microsoft.com/office/drawing/2014/main" id="{69C87790-B6B3-9A15-A363-E9B5B1421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3" y="526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2" name="Freeform 32">
                <a:extLst>
                  <a:ext uri="{FF2B5EF4-FFF2-40B4-BE49-F238E27FC236}">
                    <a16:creationId xmlns:a16="http://schemas.microsoft.com/office/drawing/2014/main" id="{BCA0CBCB-0DF4-FB19-1BC2-B569D58FF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7" y="56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3" name="Freeform 33">
                <a:extLst>
                  <a:ext uri="{FF2B5EF4-FFF2-40B4-BE49-F238E27FC236}">
                    <a16:creationId xmlns:a16="http://schemas.microsoft.com/office/drawing/2014/main" id="{77E2DDBC-1E39-07A3-4502-9FACC514D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5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4" name="Freeform 34">
                <a:extLst>
                  <a:ext uri="{FF2B5EF4-FFF2-40B4-BE49-F238E27FC236}">
                    <a16:creationId xmlns:a16="http://schemas.microsoft.com/office/drawing/2014/main" id="{93385B0B-7D4F-1B83-AB61-110ABF1E00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628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5" name="Freeform 35">
                <a:extLst>
                  <a:ext uri="{FF2B5EF4-FFF2-40B4-BE49-F238E27FC236}">
                    <a16:creationId xmlns:a16="http://schemas.microsoft.com/office/drawing/2014/main" id="{EC38651A-4F7E-7AE5-BB65-06A9EF357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" y="66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6" name="Freeform 36">
                <a:extLst>
                  <a:ext uri="{FF2B5EF4-FFF2-40B4-BE49-F238E27FC236}">
                    <a16:creationId xmlns:a16="http://schemas.microsoft.com/office/drawing/2014/main" id="{CB7C2643-9422-22D1-A120-C3697E0BEF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3" y="6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7" name="Freeform 37">
                <a:extLst>
                  <a:ext uri="{FF2B5EF4-FFF2-40B4-BE49-F238E27FC236}">
                    <a16:creationId xmlns:a16="http://schemas.microsoft.com/office/drawing/2014/main" id="{70612471-20DB-D0C9-B742-327669626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730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8" name="Freeform 38">
                <a:extLst>
                  <a:ext uri="{FF2B5EF4-FFF2-40B4-BE49-F238E27FC236}">
                    <a16:creationId xmlns:a16="http://schemas.microsoft.com/office/drawing/2014/main" id="{19380760-B54D-AC0E-339F-FEFC9578D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1" y="76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9" name="Freeform 39">
                <a:extLst>
                  <a:ext uri="{FF2B5EF4-FFF2-40B4-BE49-F238E27FC236}">
                    <a16:creationId xmlns:a16="http://schemas.microsoft.com/office/drawing/2014/main" id="{09938DD5-E515-12E5-734C-79D614829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7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0" name="Freeform 40">
                <a:extLst>
                  <a:ext uri="{FF2B5EF4-FFF2-40B4-BE49-F238E27FC236}">
                    <a16:creationId xmlns:a16="http://schemas.microsoft.com/office/drawing/2014/main" id="{D37E6696-F247-7966-FFB6-43F733CAF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" y="83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1" name="Freeform 41">
                <a:extLst>
                  <a:ext uri="{FF2B5EF4-FFF2-40B4-BE49-F238E27FC236}">
                    <a16:creationId xmlns:a16="http://schemas.microsoft.com/office/drawing/2014/main" id="{5D822E1F-95BC-6994-EE4B-F401A865D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86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2" name="Freeform 42">
                <a:extLst>
                  <a:ext uri="{FF2B5EF4-FFF2-40B4-BE49-F238E27FC236}">
                    <a16:creationId xmlns:a16="http://schemas.microsoft.com/office/drawing/2014/main" id="{24BC9D44-12D8-EF6C-2163-6ABF22743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7" y="9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3" name="Freeform 43">
                <a:extLst>
                  <a:ext uri="{FF2B5EF4-FFF2-40B4-BE49-F238E27FC236}">
                    <a16:creationId xmlns:a16="http://schemas.microsoft.com/office/drawing/2014/main" id="{B6A57EAE-AE35-9ADF-772B-AA6CFB9B1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1" y="934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4" name="Freeform 44">
                <a:extLst>
                  <a:ext uri="{FF2B5EF4-FFF2-40B4-BE49-F238E27FC236}">
                    <a16:creationId xmlns:a16="http://schemas.microsoft.com/office/drawing/2014/main" id="{F82233BD-E457-C23E-6FE0-85E03ABD0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" y="96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5" name="Freeform 45">
                <a:extLst>
                  <a:ext uri="{FF2B5EF4-FFF2-40B4-BE49-F238E27FC236}">
                    <a16:creationId xmlns:a16="http://schemas.microsoft.com/office/drawing/2014/main" id="{4B82122D-3934-05FC-3ACF-6AD385039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349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6" name="Freeform 46">
                <a:extLst>
                  <a:ext uri="{FF2B5EF4-FFF2-40B4-BE49-F238E27FC236}">
                    <a16:creationId xmlns:a16="http://schemas.microsoft.com/office/drawing/2014/main" id="{3217C5E5-C4EF-1476-A799-D7214F1CE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5" y="38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7" name="Oval 47">
                <a:extLst>
                  <a:ext uri="{FF2B5EF4-FFF2-40B4-BE49-F238E27FC236}">
                    <a16:creationId xmlns:a16="http://schemas.microsoft.com/office/drawing/2014/main" id="{91289609-88B0-6F6E-B26C-4AC5725D5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0" y="41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8" name="Freeform 48">
                <a:extLst>
                  <a:ext uri="{FF2B5EF4-FFF2-40B4-BE49-F238E27FC236}">
                    <a16:creationId xmlns:a16="http://schemas.microsoft.com/office/drawing/2014/main" id="{3FC6DC77-93BE-E8D6-6194-8629B6FFB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451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9" name="Freeform 49">
                <a:extLst>
                  <a:ext uri="{FF2B5EF4-FFF2-40B4-BE49-F238E27FC236}">
                    <a16:creationId xmlns:a16="http://schemas.microsoft.com/office/drawing/2014/main" id="{181EC4A5-04A3-71CA-13DF-DB70987D4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7" y="486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0" name="Freeform 50">
                <a:extLst>
                  <a:ext uri="{FF2B5EF4-FFF2-40B4-BE49-F238E27FC236}">
                    <a16:creationId xmlns:a16="http://schemas.microsoft.com/office/drawing/2014/main" id="{52FC89F6-C882-B543-CB30-8C6E7F0C4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1" y="5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1" name="Oval 51">
                <a:extLst>
                  <a:ext uri="{FF2B5EF4-FFF2-40B4-BE49-F238E27FC236}">
                    <a16:creationId xmlns:a16="http://schemas.microsoft.com/office/drawing/2014/main" id="{849A701D-9A2E-D8D9-0CBD-E8E455415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6" y="55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2" name="Freeform 52">
                <a:extLst>
                  <a:ext uri="{FF2B5EF4-FFF2-40B4-BE49-F238E27FC236}">
                    <a16:creationId xmlns:a16="http://schemas.microsoft.com/office/drawing/2014/main" id="{9798F68D-7240-BB44-18CC-EFCA71722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9" y="5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3" name="Freeform 53">
                <a:extLst>
                  <a:ext uri="{FF2B5EF4-FFF2-40B4-BE49-F238E27FC236}">
                    <a16:creationId xmlns:a16="http://schemas.microsoft.com/office/drawing/2014/main" id="{15610DD7-DDCA-3C22-EFA8-0B009FECC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6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4" name="Freeform 54">
                <a:extLst>
                  <a:ext uri="{FF2B5EF4-FFF2-40B4-BE49-F238E27FC236}">
                    <a16:creationId xmlns:a16="http://schemas.microsoft.com/office/drawing/2014/main" id="{55822559-52AD-906B-7254-A65D9AA76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7" y="656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5" name="Freeform 55">
                <a:extLst>
                  <a:ext uri="{FF2B5EF4-FFF2-40B4-BE49-F238E27FC236}">
                    <a16:creationId xmlns:a16="http://schemas.microsoft.com/office/drawing/2014/main" id="{06960C31-5105-0821-C55D-C1529EC8F7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1" y="6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6" name="Freeform 56">
                <a:extLst>
                  <a:ext uri="{FF2B5EF4-FFF2-40B4-BE49-F238E27FC236}">
                    <a16:creationId xmlns:a16="http://schemas.microsoft.com/office/drawing/2014/main" id="{E54DB3DD-637B-0637-4842-90E5FA2B6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5" y="72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7" name="Freeform 57">
                <a:extLst>
                  <a:ext uri="{FF2B5EF4-FFF2-40B4-BE49-F238E27FC236}">
                    <a16:creationId xmlns:a16="http://schemas.microsoft.com/office/drawing/2014/main" id="{C817FA16-27D3-1110-2CEA-94CEDBAB6F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9" y="758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8" name="Freeform 58">
                <a:extLst>
                  <a:ext uri="{FF2B5EF4-FFF2-40B4-BE49-F238E27FC236}">
                    <a16:creationId xmlns:a16="http://schemas.microsoft.com/office/drawing/2014/main" id="{29E9D49A-DBA9-1B89-760E-98BCF70AAB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" y="7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9" name="Freeform 59">
                <a:extLst>
                  <a:ext uri="{FF2B5EF4-FFF2-40B4-BE49-F238E27FC236}">
                    <a16:creationId xmlns:a16="http://schemas.microsoft.com/office/drawing/2014/main" id="{69801057-D0F3-347D-5776-134A71926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7" y="82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0" name="Freeform 60">
                <a:extLst>
                  <a:ext uri="{FF2B5EF4-FFF2-40B4-BE49-F238E27FC236}">
                    <a16:creationId xmlns:a16="http://schemas.microsoft.com/office/drawing/2014/main" id="{54CF00C0-409E-BFF2-A3B6-0178F1E96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1" y="860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1" name="Freeform 61">
                <a:extLst>
                  <a:ext uri="{FF2B5EF4-FFF2-40B4-BE49-F238E27FC236}">
                    <a16:creationId xmlns:a16="http://schemas.microsoft.com/office/drawing/2014/main" id="{3AE5D209-C175-3312-DB16-CB5A117B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5" y="8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2" name="Freeform 62">
                <a:extLst>
                  <a:ext uri="{FF2B5EF4-FFF2-40B4-BE49-F238E27FC236}">
                    <a16:creationId xmlns:a16="http://schemas.microsoft.com/office/drawing/2014/main" id="{7B55CE05-C84A-7092-56AE-D53D3516F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92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3" name="Freeform 63">
                <a:extLst>
                  <a:ext uri="{FF2B5EF4-FFF2-40B4-BE49-F238E27FC236}">
                    <a16:creationId xmlns:a16="http://schemas.microsoft.com/office/drawing/2014/main" id="{F137A6EE-CB70-9DEF-BBBE-5920AEBE29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962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4" name="Freeform 64">
                <a:extLst>
                  <a:ext uri="{FF2B5EF4-FFF2-40B4-BE49-F238E27FC236}">
                    <a16:creationId xmlns:a16="http://schemas.microsoft.com/office/drawing/2014/main" id="{F2AB86C8-18C8-D083-25C0-499E19766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9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5" name="Freeform 65">
                <a:extLst>
                  <a:ext uri="{FF2B5EF4-FFF2-40B4-BE49-F238E27FC236}">
                    <a16:creationId xmlns:a16="http://schemas.microsoft.com/office/drawing/2014/main" id="{3283399D-0FBF-5E65-692A-6DD26852C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3" y="37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6" name="Freeform 66">
                <a:extLst>
                  <a:ext uri="{FF2B5EF4-FFF2-40B4-BE49-F238E27FC236}">
                    <a16:creationId xmlns:a16="http://schemas.microsoft.com/office/drawing/2014/main" id="{28429C41-A73D-A5D0-0380-2FFA1B467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7" y="4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7" name="Freeform 67">
                <a:extLst>
                  <a:ext uri="{FF2B5EF4-FFF2-40B4-BE49-F238E27FC236}">
                    <a16:creationId xmlns:a16="http://schemas.microsoft.com/office/drawing/2014/main" id="{91ADF76F-13B8-DD93-FD59-CE02ED86A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1" y="445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8" name="Freeform 68">
                <a:extLst>
                  <a:ext uri="{FF2B5EF4-FFF2-40B4-BE49-F238E27FC236}">
                    <a16:creationId xmlns:a16="http://schemas.microsoft.com/office/drawing/2014/main" id="{F0F41298-D52E-3E02-6F88-025CADD79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" y="47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9" name="Freeform 69">
                <a:extLst>
                  <a:ext uri="{FF2B5EF4-FFF2-40B4-BE49-F238E27FC236}">
                    <a16:creationId xmlns:a16="http://schemas.microsoft.com/office/drawing/2014/main" id="{1EED447C-EC62-7F84-B30E-4CDF313D0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9" y="51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0" name="Freeform 70">
                <a:extLst>
                  <a:ext uri="{FF2B5EF4-FFF2-40B4-BE49-F238E27FC236}">
                    <a16:creationId xmlns:a16="http://schemas.microsoft.com/office/drawing/2014/main" id="{B93475B9-2F32-3B9B-F0AF-4953713428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3" y="547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1" name="Freeform 71">
                <a:extLst>
                  <a:ext uri="{FF2B5EF4-FFF2-40B4-BE49-F238E27FC236}">
                    <a16:creationId xmlns:a16="http://schemas.microsoft.com/office/drawing/2014/main" id="{7BBE4AC6-084C-1133-ADEC-A795A21A1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7" y="58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2" name="Freeform 72">
                <a:extLst>
                  <a:ext uri="{FF2B5EF4-FFF2-40B4-BE49-F238E27FC236}">
                    <a16:creationId xmlns:a16="http://schemas.microsoft.com/office/drawing/2014/main" id="{D0E02C24-EA0A-20E2-CBCE-7DD37613A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615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3" name="Freeform 73">
                <a:extLst>
                  <a:ext uri="{FF2B5EF4-FFF2-40B4-BE49-F238E27FC236}">
                    <a16:creationId xmlns:a16="http://schemas.microsoft.com/office/drawing/2014/main" id="{7B93561E-5772-4823-71EF-6A98C7069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64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4" name="Freeform 74">
                <a:extLst>
                  <a:ext uri="{FF2B5EF4-FFF2-40B4-BE49-F238E27FC236}">
                    <a16:creationId xmlns:a16="http://schemas.microsoft.com/office/drawing/2014/main" id="{98DC8CFE-42DB-BDCF-E72F-65712228ED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9" y="684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5" name="Freeform 75">
                <a:extLst>
                  <a:ext uri="{FF2B5EF4-FFF2-40B4-BE49-F238E27FC236}">
                    <a16:creationId xmlns:a16="http://schemas.microsoft.com/office/drawing/2014/main" id="{D975F4D2-4D89-93F4-F9E2-7351FEDDC7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3" y="7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6" name="Freeform 76">
                <a:extLst>
                  <a:ext uri="{FF2B5EF4-FFF2-40B4-BE49-F238E27FC236}">
                    <a16:creationId xmlns:a16="http://schemas.microsoft.com/office/drawing/2014/main" id="{A1EB9A5E-F56B-FD2F-354A-2A7D04C46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7" y="7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7" name="Freeform 77">
                <a:extLst>
                  <a:ext uri="{FF2B5EF4-FFF2-40B4-BE49-F238E27FC236}">
                    <a16:creationId xmlns:a16="http://schemas.microsoft.com/office/drawing/2014/main" id="{C8DE69D6-6275-C7B6-EB1F-C8B94FF9CF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1" y="78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8" name="Freeform 78">
                <a:extLst>
                  <a:ext uri="{FF2B5EF4-FFF2-40B4-BE49-F238E27FC236}">
                    <a16:creationId xmlns:a16="http://schemas.microsoft.com/office/drawing/2014/main" id="{9FCB94E6-9106-A93E-1139-2A7633B14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5" y="8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9" name="Freeform 79">
                <a:extLst>
                  <a:ext uri="{FF2B5EF4-FFF2-40B4-BE49-F238E27FC236}">
                    <a16:creationId xmlns:a16="http://schemas.microsoft.com/office/drawing/2014/main" id="{C8B59E8D-1D32-51EF-6745-640CAECBF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9" y="85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0" name="Freeform 80">
                <a:extLst>
                  <a:ext uri="{FF2B5EF4-FFF2-40B4-BE49-F238E27FC236}">
                    <a16:creationId xmlns:a16="http://schemas.microsoft.com/office/drawing/2014/main" id="{3CD6C3AF-B051-2A67-5EC1-BBFB6BB42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88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1" name="Freeform 81">
                <a:extLst>
                  <a:ext uri="{FF2B5EF4-FFF2-40B4-BE49-F238E27FC236}">
                    <a16:creationId xmlns:a16="http://schemas.microsoft.com/office/drawing/2014/main" id="{EE803497-E4BE-53D9-CDA7-D18D98A5B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92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2" name="Freeform 82">
                <a:extLst>
                  <a:ext uri="{FF2B5EF4-FFF2-40B4-BE49-F238E27FC236}">
                    <a16:creationId xmlns:a16="http://schemas.microsoft.com/office/drawing/2014/main" id="{741CC4FA-43E0-EA91-25F8-6A99A314F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95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3" name="Freeform 83">
                <a:extLst>
                  <a:ext uri="{FF2B5EF4-FFF2-40B4-BE49-F238E27FC236}">
                    <a16:creationId xmlns:a16="http://schemas.microsoft.com/office/drawing/2014/main" id="{7BB7607C-B589-6FD1-FE24-224B42B71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6" y="9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4" name="Freeform 84">
                <a:extLst>
                  <a:ext uri="{FF2B5EF4-FFF2-40B4-BE49-F238E27FC236}">
                    <a16:creationId xmlns:a16="http://schemas.microsoft.com/office/drawing/2014/main" id="{B3D03997-9228-7CC1-F819-F426323D3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0" y="102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5" name="Freeform 85">
                <a:extLst>
                  <a:ext uri="{FF2B5EF4-FFF2-40B4-BE49-F238E27FC236}">
                    <a16:creationId xmlns:a16="http://schemas.microsoft.com/office/drawing/2014/main" id="{A13EE0D3-FF03-2CE4-C7B4-BAD860FA18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5" y="40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6" name="Freeform 86">
                <a:extLst>
                  <a:ext uri="{FF2B5EF4-FFF2-40B4-BE49-F238E27FC236}">
                    <a16:creationId xmlns:a16="http://schemas.microsoft.com/office/drawing/2014/main" id="{65875AE0-2256-7FE7-EFFD-43A110076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" y="43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7" name="Freeform 87">
                <a:extLst>
                  <a:ext uri="{FF2B5EF4-FFF2-40B4-BE49-F238E27FC236}">
                    <a16:creationId xmlns:a16="http://schemas.microsoft.com/office/drawing/2014/main" id="{DDB2B306-C587-34DC-1FB5-B311BC0AE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3" y="473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8" name="Freeform 88">
                <a:extLst>
                  <a:ext uri="{FF2B5EF4-FFF2-40B4-BE49-F238E27FC236}">
                    <a16:creationId xmlns:a16="http://schemas.microsoft.com/office/drawing/2014/main" id="{91AB5188-7595-C576-2B47-EE1E3126C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7" y="5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9" name="Freeform 89">
                <a:extLst>
                  <a:ext uri="{FF2B5EF4-FFF2-40B4-BE49-F238E27FC236}">
                    <a16:creationId xmlns:a16="http://schemas.microsoft.com/office/drawing/2014/main" id="{A2F57FED-4B00-716E-D56C-921D84B84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1" y="5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0" name="Freeform 90">
                <a:extLst>
                  <a:ext uri="{FF2B5EF4-FFF2-40B4-BE49-F238E27FC236}">
                    <a16:creationId xmlns:a16="http://schemas.microsoft.com/office/drawing/2014/main" id="{E8F64724-6811-E743-5EC2-F0E0781E18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5" y="575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1" name="Freeform 91">
                <a:extLst>
                  <a:ext uri="{FF2B5EF4-FFF2-40B4-BE49-F238E27FC236}">
                    <a16:creationId xmlns:a16="http://schemas.microsoft.com/office/drawing/2014/main" id="{1445EBA3-A8F3-4199-5321-AE2FB0623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9" y="60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2" name="Freeform 92">
                <a:extLst>
                  <a:ext uri="{FF2B5EF4-FFF2-40B4-BE49-F238E27FC236}">
                    <a16:creationId xmlns:a16="http://schemas.microsoft.com/office/drawing/2014/main" id="{9358FE9A-0F54-44C8-2A04-382DC91A0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3" y="643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3" name="Freeform 93">
                <a:extLst>
                  <a:ext uri="{FF2B5EF4-FFF2-40B4-BE49-F238E27FC236}">
                    <a16:creationId xmlns:a16="http://schemas.microsoft.com/office/drawing/2014/main" id="{60967979-C82E-E08B-6C24-7FFD921F4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677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4" name="Freeform 94">
                <a:extLst>
                  <a:ext uri="{FF2B5EF4-FFF2-40B4-BE49-F238E27FC236}">
                    <a16:creationId xmlns:a16="http://schemas.microsoft.com/office/drawing/2014/main" id="{740C8BBA-F822-767C-DBF2-C9D5FCC8EC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" y="71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5" name="Freeform 95">
                <a:extLst>
                  <a:ext uri="{FF2B5EF4-FFF2-40B4-BE49-F238E27FC236}">
                    <a16:creationId xmlns:a16="http://schemas.microsoft.com/office/drawing/2014/main" id="{9F4F726F-E742-F471-2D9D-20CB48A27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6" y="745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6" name="Freeform 96">
                <a:extLst>
                  <a:ext uri="{FF2B5EF4-FFF2-40B4-BE49-F238E27FC236}">
                    <a16:creationId xmlns:a16="http://schemas.microsoft.com/office/drawing/2014/main" id="{A6A552ED-FF9F-F2FC-2954-CC0B253070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77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7" name="Oval 97">
                <a:extLst>
                  <a:ext uri="{FF2B5EF4-FFF2-40B4-BE49-F238E27FC236}">
                    <a16:creationId xmlns:a16="http://schemas.microsoft.com/office/drawing/2014/main" id="{F22F91F3-C367-D813-F5C7-1EAFB844D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5" y="81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8" name="Oval 98">
                <a:extLst>
                  <a:ext uri="{FF2B5EF4-FFF2-40B4-BE49-F238E27FC236}">
                    <a16:creationId xmlns:a16="http://schemas.microsoft.com/office/drawing/2014/main" id="{E2A5C263-74A1-65BA-87C1-945C6EEFB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9" y="8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9" name="Freeform 99">
                <a:extLst>
                  <a:ext uri="{FF2B5EF4-FFF2-40B4-BE49-F238E27FC236}">
                    <a16:creationId xmlns:a16="http://schemas.microsoft.com/office/drawing/2014/main" id="{9E232439-5803-D30E-9B4A-11E5BCBEC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" y="882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0" name="Freeform 100">
                <a:extLst>
                  <a:ext uri="{FF2B5EF4-FFF2-40B4-BE49-F238E27FC236}">
                    <a16:creationId xmlns:a16="http://schemas.microsoft.com/office/drawing/2014/main" id="{DDC2D8F9-A56E-E924-5A84-048111CB5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6" y="9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1" name="Freeform 101">
                <a:extLst>
                  <a:ext uri="{FF2B5EF4-FFF2-40B4-BE49-F238E27FC236}">
                    <a16:creationId xmlns:a16="http://schemas.microsoft.com/office/drawing/2014/main" id="{F67BB6E9-0981-B086-1C48-5F2E8FFB4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0" y="95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2" name="Freeform 102">
                <a:extLst>
                  <a:ext uri="{FF2B5EF4-FFF2-40B4-BE49-F238E27FC236}">
                    <a16:creationId xmlns:a16="http://schemas.microsoft.com/office/drawing/2014/main" id="{A3296AD7-50AA-5D08-801E-C55EF02EDE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4" y="98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3" name="Freeform 103">
                <a:extLst>
                  <a:ext uri="{FF2B5EF4-FFF2-40B4-BE49-F238E27FC236}">
                    <a16:creationId xmlns:a16="http://schemas.microsoft.com/office/drawing/2014/main" id="{2A5DD321-C3C8-D231-D7F7-F8A5E73AA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8" y="10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4" name="Freeform 104">
                <a:extLst>
                  <a:ext uri="{FF2B5EF4-FFF2-40B4-BE49-F238E27FC236}">
                    <a16:creationId xmlns:a16="http://schemas.microsoft.com/office/drawing/2014/main" id="{0B2B17D8-C65C-ACC5-E268-6981860D5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0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5" name="Freeform 105">
                <a:extLst>
                  <a:ext uri="{FF2B5EF4-FFF2-40B4-BE49-F238E27FC236}">
                    <a16:creationId xmlns:a16="http://schemas.microsoft.com/office/drawing/2014/main" id="{D22B05B1-34AD-150D-E08F-7C11D92587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7" y="43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6" name="Freeform 106">
                <a:extLst>
                  <a:ext uri="{FF2B5EF4-FFF2-40B4-BE49-F238E27FC236}">
                    <a16:creationId xmlns:a16="http://schemas.microsoft.com/office/drawing/2014/main" id="{7A156830-5FA2-B72E-9870-7A41F483B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1" y="467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7" name="Freeform 107">
                <a:extLst>
                  <a:ext uri="{FF2B5EF4-FFF2-40B4-BE49-F238E27FC236}">
                    <a16:creationId xmlns:a16="http://schemas.microsoft.com/office/drawing/2014/main" id="{A6BDBAB0-B9A3-DC97-AC12-5A195CD4E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5" y="50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8" name="Oval 108">
                <a:extLst>
                  <a:ext uri="{FF2B5EF4-FFF2-40B4-BE49-F238E27FC236}">
                    <a16:creationId xmlns:a16="http://schemas.microsoft.com/office/drawing/2014/main" id="{B4575A31-3E16-89FF-E1FE-A2F2D5B761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" y="5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9" name="Oval 109">
                <a:extLst>
                  <a:ext uri="{FF2B5EF4-FFF2-40B4-BE49-F238E27FC236}">
                    <a16:creationId xmlns:a16="http://schemas.microsoft.com/office/drawing/2014/main" id="{FFE63A9F-6451-ACA6-B73A-CAF462BC0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5" y="57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0" name="Freeform 110">
                <a:extLst>
                  <a:ext uri="{FF2B5EF4-FFF2-40B4-BE49-F238E27FC236}">
                    <a16:creationId xmlns:a16="http://schemas.microsoft.com/office/drawing/2014/main" id="{D2F131C3-42B1-3270-4B2E-315CD7C32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8" y="60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1" name="Freeform 111">
                <a:extLst>
                  <a:ext uri="{FF2B5EF4-FFF2-40B4-BE49-F238E27FC236}">
                    <a16:creationId xmlns:a16="http://schemas.microsoft.com/office/drawing/2014/main" id="{B9D799B9-BD4F-7705-6804-484CA02369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2" y="6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2" name="Oval 112">
                <a:extLst>
                  <a:ext uri="{FF2B5EF4-FFF2-40B4-BE49-F238E27FC236}">
                    <a16:creationId xmlns:a16="http://schemas.microsoft.com/office/drawing/2014/main" id="{EE27442A-27CC-BD0B-6447-3A68E7A05B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7" y="6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3" name="Oval 113">
                <a:extLst>
                  <a:ext uri="{FF2B5EF4-FFF2-40B4-BE49-F238E27FC236}">
                    <a16:creationId xmlns:a16="http://schemas.microsoft.com/office/drawing/2014/main" id="{F3704F24-2E1F-163C-E6DE-155D93A79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1" y="7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4" name="Freeform 114">
                <a:extLst>
                  <a:ext uri="{FF2B5EF4-FFF2-40B4-BE49-F238E27FC236}">
                    <a16:creationId xmlns:a16="http://schemas.microsoft.com/office/drawing/2014/main" id="{D0E0B3B0-5150-B689-37C5-F27A587365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7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5" name="Freeform 115">
                <a:extLst>
                  <a:ext uri="{FF2B5EF4-FFF2-40B4-BE49-F238E27FC236}">
                    <a16:creationId xmlns:a16="http://schemas.microsoft.com/office/drawing/2014/main" id="{27E5C481-7F35-8DBB-5727-BF47D5E7A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77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6" name="Oval 116">
                <a:extLst>
                  <a:ext uri="{FF2B5EF4-FFF2-40B4-BE49-F238E27FC236}">
                    <a16:creationId xmlns:a16="http://schemas.microsoft.com/office/drawing/2014/main" id="{BDF8FE92-1FB4-DE23-55E2-0BFD2AE2D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8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7" name="Oval 117">
                <a:extLst>
                  <a:ext uri="{FF2B5EF4-FFF2-40B4-BE49-F238E27FC236}">
                    <a16:creationId xmlns:a16="http://schemas.microsoft.com/office/drawing/2014/main" id="{6154A4F9-B7DC-23AA-7866-2021B4EA6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84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8" name="Freeform 118">
                <a:extLst>
                  <a:ext uri="{FF2B5EF4-FFF2-40B4-BE49-F238E27FC236}">
                    <a16:creationId xmlns:a16="http://schemas.microsoft.com/office/drawing/2014/main" id="{EE5AA518-BB0B-627E-F2BC-8B34B5582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0" y="87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9" name="Freeform 119">
                <a:extLst>
                  <a:ext uri="{FF2B5EF4-FFF2-40B4-BE49-F238E27FC236}">
                    <a16:creationId xmlns:a16="http://schemas.microsoft.com/office/drawing/2014/main" id="{A9E13471-6766-F938-E714-BFA762291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90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0" name="Oval 120">
                <a:extLst>
                  <a:ext uri="{FF2B5EF4-FFF2-40B4-BE49-F238E27FC236}">
                    <a16:creationId xmlns:a16="http://schemas.microsoft.com/office/drawing/2014/main" id="{BFD956DC-5F2B-8183-D33B-466B9984B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9" y="94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1" name="Oval 121">
                <a:extLst>
                  <a:ext uri="{FF2B5EF4-FFF2-40B4-BE49-F238E27FC236}">
                    <a16:creationId xmlns:a16="http://schemas.microsoft.com/office/drawing/2014/main" id="{87E156BB-E2FB-1B13-45C2-11DB91DAD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3" y="97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2" name="Freeform 122">
                <a:extLst>
                  <a:ext uri="{FF2B5EF4-FFF2-40B4-BE49-F238E27FC236}">
                    <a16:creationId xmlns:a16="http://schemas.microsoft.com/office/drawing/2014/main" id="{F1203106-2D57-0044-C738-CE104206F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6" y="10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3" name="Freeform 123">
                <a:extLst>
                  <a:ext uri="{FF2B5EF4-FFF2-40B4-BE49-F238E27FC236}">
                    <a16:creationId xmlns:a16="http://schemas.microsoft.com/office/drawing/2014/main" id="{E4AE5F98-371F-1668-39B9-72DB43CE7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104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4" name="Freeform 124">
                <a:extLst>
                  <a:ext uri="{FF2B5EF4-FFF2-40B4-BE49-F238E27FC236}">
                    <a16:creationId xmlns:a16="http://schemas.microsoft.com/office/drawing/2014/main" id="{BB93E677-96E4-209F-4DE2-119C6E4568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1080"/>
                <a:ext cx="23" cy="22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5" name="Freeform 125">
                <a:extLst>
                  <a:ext uri="{FF2B5EF4-FFF2-40B4-BE49-F238E27FC236}">
                    <a16:creationId xmlns:a16="http://schemas.microsoft.com/office/drawing/2014/main" id="{6DA54AE1-C076-4408-117C-EC8D7FC7FB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0" y="460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6" name="Freeform 126">
                <a:extLst>
                  <a:ext uri="{FF2B5EF4-FFF2-40B4-BE49-F238E27FC236}">
                    <a16:creationId xmlns:a16="http://schemas.microsoft.com/office/drawing/2014/main" id="{8F8F7400-EBCD-AD19-021B-BFE1D5EDF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4" y="4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7" name="Freeform 127">
                <a:extLst>
                  <a:ext uri="{FF2B5EF4-FFF2-40B4-BE49-F238E27FC236}">
                    <a16:creationId xmlns:a16="http://schemas.microsoft.com/office/drawing/2014/main" id="{399A478D-49B4-6248-E769-EA754725CB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529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8" name="Freeform 128">
                <a:extLst>
                  <a:ext uri="{FF2B5EF4-FFF2-40B4-BE49-F238E27FC236}">
                    <a16:creationId xmlns:a16="http://schemas.microsoft.com/office/drawing/2014/main" id="{16645710-776B-A948-2750-5968874B6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56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9" name="Freeform 129">
                <a:extLst>
                  <a:ext uri="{FF2B5EF4-FFF2-40B4-BE49-F238E27FC236}">
                    <a16:creationId xmlns:a16="http://schemas.microsoft.com/office/drawing/2014/main" id="{2824D9CD-63C2-6C7E-A9B5-6A0D571CFF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6" y="5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0" name="Freeform 130">
                <a:extLst>
                  <a:ext uri="{FF2B5EF4-FFF2-40B4-BE49-F238E27FC236}">
                    <a16:creationId xmlns:a16="http://schemas.microsoft.com/office/drawing/2014/main" id="{8C8398DD-8FFE-96DE-D4C0-403933C371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63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1" name="Freeform 131">
                <a:extLst>
                  <a:ext uri="{FF2B5EF4-FFF2-40B4-BE49-F238E27FC236}">
                    <a16:creationId xmlns:a16="http://schemas.microsoft.com/office/drawing/2014/main" id="{083E4A66-EEA9-13BB-30A1-5EE6F7F193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4" y="665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2" name="Oval 132">
                <a:extLst>
                  <a:ext uri="{FF2B5EF4-FFF2-40B4-BE49-F238E27FC236}">
                    <a16:creationId xmlns:a16="http://schemas.microsoft.com/office/drawing/2014/main" id="{9940A060-9666-F871-2950-9A043E34C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7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3" name="Oval 133">
                <a:extLst>
                  <a:ext uri="{FF2B5EF4-FFF2-40B4-BE49-F238E27FC236}">
                    <a16:creationId xmlns:a16="http://schemas.microsoft.com/office/drawing/2014/main" id="{AE566579-6028-1014-AAE3-1AD040BDC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7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4" name="Freeform 134">
                <a:extLst>
                  <a:ext uri="{FF2B5EF4-FFF2-40B4-BE49-F238E27FC236}">
                    <a16:creationId xmlns:a16="http://schemas.microsoft.com/office/drawing/2014/main" id="{468A9B85-E61C-7449-CC89-383DEE22C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6" y="767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5" name="Freeform 135">
                <a:extLst>
                  <a:ext uri="{FF2B5EF4-FFF2-40B4-BE49-F238E27FC236}">
                    <a16:creationId xmlns:a16="http://schemas.microsoft.com/office/drawing/2014/main" id="{A325DF5D-7171-0A75-6335-0EB5DD220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80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6" name="Oval 136">
                <a:extLst>
                  <a:ext uri="{FF2B5EF4-FFF2-40B4-BE49-F238E27FC236}">
                    <a16:creationId xmlns:a16="http://schemas.microsoft.com/office/drawing/2014/main" id="{9B5C6A63-9251-95C8-F01A-97197BFE8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5" y="8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7" name="Oval 137">
                <a:extLst>
                  <a:ext uri="{FF2B5EF4-FFF2-40B4-BE49-F238E27FC236}">
                    <a16:creationId xmlns:a16="http://schemas.microsoft.com/office/drawing/2014/main" id="{8CD67141-17C5-10CF-7C86-9CA930B7B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9" y="87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8" name="Freeform 138">
                <a:extLst>
                  <a:ext uri="{FF2B5EF4-FFF2-40B4-BE49-F238E27FC236}">
                    <a16:creationId xmlns:a16="http://schemas.microsoft.com/office/drawing/2014/main" id="{759C0F74-558A-E7D6-5FAE-8451F962F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2" y="90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9" name="Freeform 139">
                <a:extLst>
                  <a:ext uri="{FF2B5EF4-FFF2-40B4-BE49-F238E27FC236}">
                    <a16:creationId xmlns:a16="http://schemas.microsoft.com/office/drawing/2014/main" id="{04DE8B00-9CFD-A6CB-70E3-6940EE9D1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6" y="9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0" name="Oval 140">
                <a:extLst>
                  <a:ext uri="{FF2B5EF4-FFF2-40B4-BE49-F238E27FC236}">
                    <a16:creationId xmlns:a16="http://schemas.microsoft.com/office/drawing/2014/main" id="{7E60268F-EB25-C60E-30AB-B80BE75AD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1" y="9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1" name="Oval 141">
                <a:extLst>
                  <a:ext uri="{FF2B5EF4-FFF2-40B4-BE49-F238E27FC236}">
                    <a16:creationId xmlns:a16="http://schemas.microsoft.com/office/drawing/2014/main" id="{45F743B5-B9CA-9BA9-E286-154B8019D1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5" y="10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2" name="Freeform 142">
                <a:extLst>
                  <a:ext uri="{FF2B5EF4-FFF2-40B4-BE49-F238E27FC236}">
                    <a16:creationId xmlns:a16="http://schemas.microsoft.com/office/drawing/2014/main" id="{D03FA311-E9FE-8734-CA1F-D42079CCA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8" y="10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3" name="Freeform 143">
                <a:extLst>
                  <a:ext uri="{FF2B5EF4-FFF2-40B4-BE49-F238E27FC236}">
                    <a16:creationId xmlns:a16="http://schemas.microsoft.com/office/drawing/2014/main" id="{2AF3704B-B1FE-125A-CBC8-7CBEACFF9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" y="107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4" name="Oval 144">
                <a:extLst>
                  <a:ext uri="{FF2B5EF4-FFF2-40B4-BE49-F238E27FC236}">
                    <a16:creationId xmlns:a16="http://schemas.microsoft.com/office/drawing/2014/main" id="{C457A8EA-6441-32CF-8099-2513D6B42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7" y="11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5" name="Freeform 145">
                <a:extLst>
                  <a:ext uri="{FF2B5EF4-FFF2-40B4-BE49-F238E27FC236}">
                    <a16:creationId xmlns:a16="http://schemas.microsoft.com/office/drawing/2014/main" id="{7AC0980D-D6FB-BCAC-EC88-CB79E4A3B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2" y="4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6" name="Freeform 146">
                <a:extLst>
                  <a:ext uri="{FF2B5EF4-FFF2-40B4-BE49-F238E27FC236}">
                    <a16:creationId xmlns:a16="http://schemas.microsoft.com/office/drawing/2014/main" id="{F880DB4A-367F-9A37-ACEB-A4FC35D48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522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7" name="Freeform 147">
                <a:extLst>
                  <a:ext uri="{FF2B5EF4-FFF2-40B4-BE49-F238E27FC236}">
                    <a16:creationId xmlns:a16="http://schemas.microsoft.com/office/drawing/2014/main" id="{EB9673A7-1C0C-14CD-B772-894F5236C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0" y="55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8" name="Freeform 148">
                <a:extLst>
                  <a:ext uri="{FF2B5EF4-FFF2-40B4-BE49-F238E27FC236}">
                    <a16:creationId xmlns:a16="http://schemas.microsoft.com/office/drawing/2014/main" id="{1C53A421-85BE-7C6C-9B62-00DB63060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4" y="5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9" name="Freeform 149">
                <a:extLst>
                  <a:ext uri="{FF2B5EF4-FFF2-40B4-BE49-F238E27FC236}">
                    <a16:creationId xmlns:a16="http://schemas.microsoft.com/office/drawing/2014/main" id="{C2317B2E-4392-B021-96ED-BF1F44455A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62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0" name="Freeform 150">
                <a:extLst>
                  <a:ext uri="{FF2B5EF4-FFF2-40B4-BE49-F238E27FC236}">
                    <a16:creationId xmlns:a16="http://schemas.microsoft.com/office/drawing/2014/main" id="{EF460555-2483-AE7F-C66E-AC73C3708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65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1" name="Freeform 151">
                <a:extLst>
                  <a:ext uri="{FF2B5EF4-FFF2-40B4-BE49-F238E27FC236}">
                    <a16:creationId xmlns:a16="http://schemas.microsoft.com/office/drawing/2014/main" id="{237533F5-B251-863E-9EA7-5124C360A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6" y="692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2" name="Freeform 152">
                <a:extLst>
                  <a:ext uri="{FF2B5EF4-FFF2-40B4-BE49-F238E27FC236}">
                    <a16:creationId xmlns:a16="http://schemas.microsoft.com/office/drawing/2014/main" id="{F673FBE6-9AF3-B0BD-06DD-64BED7F83B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727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3" name="Freeform 153">
                <a:extLst>
                  <a:ext uri="{FF2B5EF4-FFF2-40B4-BE49-F238E27FC236}">
                    <a16:creationId xmlns:a16="http://schemas.microsoft.com/office/drawing/2014/main" id="{E86449BC-5054-7E63-8C34-CEC75F7A3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4" y="76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4" name="Freeform 154">
                <a:extLst>
                  <a:ext uri="{FF2B5EF4-FFF2-40B4-BE49-F238E27FC236}">
                    <a16:creationId xmlns:a16="http://schemas.microsoft.com/office/drawing/2014/main" id="{90CDC2BA-68EA-0601-77F6-D2B65E4B14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79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5" name="Freeform 155">
                <a:extLst>
                  <a:ext uri="{FF2B5EF4-FFF2-40B4-BE49-F238E27FC236}">
                    <a16:creationId xmlns:a16="http://schemas.microsoft.com/office/drawing/2014/main" id="{F21FBB5A-81E1-41B1-6728-92EF6D823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2" y="82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6" name="Oval 156">
                <a:extLst>
                  <a:ext uri="{FF2B5EF4-FFF2-40B4-BE49-F238E27FC236}">
                    <a16:creationId xmlns:a16="http://schemas.microsoft.com/office/drawing/2014/main" id="{E3B30BDA-FEA9-57AE-E55F-4032D32D5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7" y="86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7" name="Freeform 157">
                <a:extLst>
                  <a:ext uri="{FF2B5EF4-FFF2-40B4-BE49-F238E27FC236}">
                    <a16:creationId xmlns:a16="http://schemas.microsoft.com/office/drawing/2014/main" id="{B8AEE797-ACAA-CC15-8583-F7CBB271A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0" y="8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8" name="Freeform 158">
                <a:extLst>
                  <a:ext uri="{FF2B5EF4-FFF2-40B4-BE49-F238E27FC236}">
                    <a16:creationId xmlns:a16="http://schemas.microsoft.com/office/drawing/2014/main" id="{60E91EE1-8D35-62E8-2CFB-19B0F2DE0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4" y="931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9" name="Freeform 159">
                <a:extLst>
                  <a:ext uri="{FF2B5EF4-FFF2-40B4-BE49-F238E27FC236}">
                    <a16:creationId xmlns:a16="http://schemas.microsoft.com/office/drawing/2014/main" id="{8834F20B-B312-947A-E1C5-AD702CEC1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8" y="96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0" name="Oval 160">
                <a:extLst>
                  <a:ext uri="{FF2B5EF4-FFF2-40B4-BE49-F238E27FC236}">
                    <a16:creationId xmlns:a16="http://schemas.microsoft.com/office/drawing/2014/main" id="{F8AF4E61-9171-549F-BD01-9DE0BC5F45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0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1" name="Oval 161">
                <a:extLst>
                  <a:ext uri="{FF2B5EF4-FFF2-40B4-BE49-F238E27FC236}">
                    <a16:creationId xmlns:a16="http://schemas.microsoft.com/office/drawing/2014/main" id="{A5F91132-F45B-D4A0-46B4-2D7EE262B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10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2" name="Freeform 162">
                <a:extLst>
                  <a:ext uri="{FF2B5EF4-FFF2-40B4-BE49-F238E27FC236}">
                    <a16:creationId xmlns:a16="http://schemas.microsoft.com/office/drawing/2014/main" id="{ED2F311B-8466-88AC-6ACE-B61655830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1067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3" name="Freeform 163">
                <a:extLst>
                  <a:ext uri="{FF2B5EF4-FFF2-40B4-BE49-F238E27FC236}">
                    <a16:creationId xmlns:a16="http://schemas.microsoft.com/office/drawing/2014/main" id="{031ABDE7-4DB6-14CF-2E15-716A2FF9FE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" y="1101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4" name="Oval 164">
                <a:extLst>
                  <a:ext uri="{FF2B5EF4-FFF2-40B4-BE49-F238E27FC236}">
                    <a16:creationId xmlns:a16="http://schemas.microsoft.com/office/drawing/2014/main" id="{A8B789A7-3EBF-7A83-8203-7B3AD9D414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0" y="11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5" name="Freeform 165">
                <a:extLst>
                  <a:ext uri="{FF2B5EF4-FFF2-40B4-BE49-F238E27FC236}">
                    <a16:creationId xmlns:a16="http://schemas.microsoft.com/office/drawing/2014/main" id="{00C13935-50B7-61DE-AD48-FBD9E98C7B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4" y="5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6" name="Freeform 166">
                <a:extLst>
                  <a:ext uri="{FF2B5EF4-FFF2-40B4-BE49-F238E27FC236}">
                    <a16:creationId xmlns:a16="http://schemas.microsoft.com/office/drawing/2014/main" id="{14AAF26E-BC8C-B19E-8A9C-CE213CD2E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55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7" name="Freeform 167">
                <a:extLst>
                  <a:ext uri="{FF2B5EF4-FFF2-40B4-BE49-F238E27FC236}">
                    <a16:creationId xmlns:a16="http://schemas.microsoft.com/office/drawing/2014/main" id="{3D0E4A11-7249-07B3-46A2-D1762A5741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2" y="584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8" name="Freeform 168">
                <a:extLst>
                  <a:ext uri="{FF2B5EF4-FFF2-40B4-BE49-F238E27FC236}">
                    <a16:creationId xmlns:a16="http://schemas.microsoft.com/office/drawing/2014/main" id="{265918C9-57C1-D431-8743-19632C200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6" y="6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9" name="Freeform 169">
                <a:extLst>
                  <a:ext uri="{FF2B5EF4-FFF2-40B4-BE49-F238E27FC236}">
                    <a16:creationId xmlns:a16="http://schemas.microsoft.com/office/drawing/2014/main" id="{A16B276D-EC2C-BF99-AE9E-86BCBF442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0" y="65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0" name="Freeform 170">
                <a:extLst>
                  <a:ext uri="{FF2B5EF4-FFF2-40B4-BE49-F238E27FC236}">
                    <a16:creationId xmlns:a16="http://schemas.microsoft.com/office/drawing/2014/main" id="{7FF35752-BDDF-2A67-C2C8-0A2A764DA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4" y="686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1" name="Freeform 171">
                <a:extLst>
                  <a:ext uri="{FF2B5EF4-FFF2-40B4-BE49-F238E27FC236}">
                    <a16:creationId xmlns:a16="http://schemas.microsoft.com/office/drawing/2014/main" id="{FF425517-BA71-C9BD-5A71-9DF1F04A8B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8" y="7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2" name="Freeform 172">
                <a:extLst>
                  <a:ext uri="{FF2B5EF4-FFF2-40B4-BE49-F238E27FC236}">
                    <a16:creationId xmlns:a16="http://schemas.microsoft.com/office/drawing/2014/main" id="{8BCB38A8-52DC-ECE2-4DA9-EE0D814EC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2" y="75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3" name="Freeform 173">
                <a:extLst>
                  <a:ext uri="{FF2B5EF4-FFF2-40B4-BE49-F238E27FC236}">
                    <a16:creationId xmlns:a16="http://schemas.microsoft.com/office/drawing/2014/main" id="{1F41B4F3-5297-1A64-6A4E-6777EFD074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6" y="7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4" name="Freeform 174">
                <a:extLst>
                  <a:ext uri="{FF2B5EF4-FFF2-40B4-BE49-F238E27FC236}">
                    <a16:creationId xmlns:a16="http://schemas.microsoft.com/office/drawing/2014/main" id="{DFECE963-C613-A101-E16D-22125C577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0" y="8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5" name="Freeform 175">
                <a:extLst>
                  <a:ext uri="{FF2B5EF4-FFF2-40B4-BE49-F238E27FC236}">
                    <a16:creationId xmlns:a16="http://schemas.microsoft.com/office/drawing/2014/main" id="{8D6FA8E6-EBA5-20F9-6472-03DCEF4E25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85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6" name="Freeform 176">
                <a:extLst>
                  <a:ext uri="{FF2B5EF4-FFF2-40B4-BE49-F238E27FC236}">
                    <a16:creationId xmlns:a16="http://schemas.microsoft.com/office/drawing/2014/main" id="{BB161C92-BBF3-937E-AA44-538F8855C5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" y="89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7" name="Freeform 177">
                <a:extLst>
                  <a:ext uri="{FF2B5EF4-FFF2-40B4-BE49-F238E27FC236}">
                    <a16:creationId xmlns:a16="http://schemas.microsoft.com/office/drawing/2014/main" id="{AB353357-5D80-A00C-A76C-2890C180C7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925"/>
                <a:ext cx="22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8" name="Freeform 178">
                <a:extLst>
                  <a:ext uri="{FF2B5EF4-FFF2-40B4-BE49-F238E27FC236}">
                    <a16:creationId xmlns:a16="http://schemas.microsoft.com/office/drawing/2014/main" id="{831CD2DD-9D12-041E-25BA-EA83EB84C7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7" y="95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9" name="Freeform 179">
                <a:extLst>
                  <a:ext uri="{FF2B5EF4-FFF2-40B4-BE49-F238E27FC236}">
                    <a16:creationId xmlns:a16="http://schemas.microsoft.com/office/drawing/2014/main" id="{6BB317B7-B840-B2C4-8FB2-4DF0CEE9D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1" y="99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0" name="Freeform 180">
                <a:extLst>
                  <a:ext uri="{FF2B5EF4-FFF2-40B4-BE49-F238E27FC236}">
                    <a16:creationId xmlns:a16="http://schemas.microsoft.com/office/drawing/2014/main" id="{139B0C1A-EF4E-C3C7-553D-A7CD10526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5" y="102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1" name="Freeform 181">
                <a:extLst>
                  <a:ext uri="{FF2B5EF4-FFF2-40B4-BE49-F238E27FC236}">
                    <a16:creationId xmlns:a16="http://schemas.microsoft.com/office/drawing/2014/main" id="{A5F6E7AF-359B-E65C-1D21-827C78746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106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2" name="Freeform 182">
                <a:extLst>
                  <a:ext uri="{FF2B5EF4-FFF2-40B4-BE49-F238E27FC236}">
                    <a16:creationId xmlns:a16="http://schemas.microsoft.com/office/drawing/2014/main" id="{9C866953-6272-A32A-F101-C328B82D6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3" y="109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3" name="Freeform 183">
                <a:extLst>
                  <a:ext uri="{FF2B5EF4-FFF2-40B4-BE49-F238E27FC236}">
                    <a16:creationId xmlns:a16="http://schemas.microsoft.com/office/drawing/2014/main" id="{320B12BE-7027-4728-8586-D8C111000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7" y="112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4" name="Freeform 184">
                <a:extLst>
                  <a:ext uri="{FF2B5EF4-FFF2-40B4-BE49-F238E27FC236}">
                    <a16:creationId xmlns:a16="http://schemas.microsoft.com/office/drawing/2014/main" id="{E6FA6EA0-7771-87A5-7714-7E824CF6A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1" y="116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5" name="Freeform 185">
                <a:extLst>
                  <a:ext uri="{FF2B5EF4-FFF2-40B4-BE49-F238E27FC236}">
                    <a16:creationId xmlns:a16="http://schemas.microsoft.com/office/drawing/2014/main" id="{C4681507-8DA6-4251-ECF9-0F569F053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" y="54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6" name="Freeform 186">
                <a:extLst>
                  <a:ext uri="{FF2B5EF4-FFF2-40B4-BE49-F238E27FC236}">
                    <a16:creationId xmlns:a16="http://schemas.microsoft.com/office/drawing/2014/main" id="{D00FA4E6-A961-AB36-7657-072366FFD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57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7" name="Freeform 187">
                <a:extLst>
                  <a:ext uri="{FF2B5EF4-FFF2-40B4-BE49-F238E27FC236}">
                    <a16:creationId xmlns:a16="http://schemas.microsoft.com/office/drawing/2014/main" id="{AB9F7D88-A74F-2B73-49A3-149F89D5B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4" y="61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8" name="Freeform 188">
                <a:extLst>
                  <a:ext uri="{FF2B5EF4-FFF2-40B4-BE49-F238E27FC236}">
                    <a16:creationId xmlns:a16="http://schemas.microsoft.com/office/drawing/2014/main" id="{BBB55439-3C00-2E6C-0564-B0144053F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8" y="64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9" name="Freeform 189">
                <a:extLst>
                  <a:ext uri="{FF2B5EF4-FFF2-40B4-BE49-F238E27FC236}">
                    <a16:creationId xmlns:a16="http://schemas.microsoft.com/office/drawing/2014/main" id="{31F3F33A-82ED-059C-97EE-FC2218AEAC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2" y="68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0" name="Freeform 190">
                <a:extLst>
                  <a:ext uri="{FF2B5EF4-FFF2-40B4-BE49-F238E27FC236}">
                    <a16:creationId xmlns:a16="http://schemas.microsoft.com/office/drawing/2014/main" id="{D616FD85-6294-E995-8D0E-73BCD8DAC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6" y="71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1" name="Freeform 191">
                <a:extLst>
                  <a:ext uri="{FF2B5EF4-FFF2-40B4-BE49-F238E27FC236}">
                    <a16:creationId xmlns:a16="http://schemas.microsoft.com/office/drawing/2014/main" id="{2A6D1D85-3A81-522D-B97F-16D5452FB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1" y="74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2" name="Freeform 192">
                <a:extLst>
                  <a:ext uri="{FF2B5EF4-FFF2-40B4-BE49-F238E27FC236}">
                    <a16:creationId xmlns:a16="http://schemas.microsoft.com/office/drawing/2014/main" id="{3DCD69C0-328E-F961-EB42-ACF64DC8D2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78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3" name="Freeform 193">
                <a:extLst>
                  <a:ext uri="{FF2B5EF4-FFF2-40B4-BE49-F238E27FC236}">
                    <a16:creationId xmlns:a16="http://schemas.microsoft.com/office/drawing/2014/main" id="{41DC11ED-77D2-0871-0B7B-173BA2281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9" y="81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4" name="Freeform 194">
                <a:extLst>
                  <a:ext uri="{FF2B5EF4-FFF2-40B4-BE49-F238E27FC236}">
                    <a16:creationId xmlns:a16="http://schemas.microsoft.com/office/drawing/2014/main" id="{1D9462FB-8CFC-771B-A164-5BDAFEC9A5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3" y="85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5" name="Freeform 195">
                <a:extLst>
                  <a:ext uri="{FF2B5EF4-FFF2-40B4-BE49-F238E27FC236}">
                    <a16:creationId xmlns:a16="http://schemas.microsoft.com/office/drawing/2014/main" id="{88BDEB05-DC7C-D729-99CD-683EB82B8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7" y="88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6" name="Freeform 196">
                <a:extLst>
                  <a:ext uri="{FF2B5EF4-FFF2-40B4-BE49-F238E27FC236}">
                    <a16:creationId xmlns:a16="http://schemas.microsoft.com/office/drawing/2014/main" id="{8ADAD579-2504-75E6-E307-57D0BD0EF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9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7" name="Freeform 197">
                <a:extLst>
                  <a:ext uri="{FF2B5EF4-FFF2-40B4-BE49-F238E27FC236}">
                    <a16:creationId xmlns:a16="http://schemas.microsoft.com/office/drawing/2014/main" id="{44EC7B4B-F153-FE7C-F7B1-E19091C899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5" y="95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8" name="Freeform 198">
                <a:extLst>
                  <a:ext uri="{FF2B5EF4-FFF2-40B4-BE49-F238E27FC236}">
                    <a16:creationId xmlns:a16="http://schemas.microsoft.com/office/drawing/2014/main" id="{50AE7463-5B62-B95B-BADA-CE277AD44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98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9" name="Freeform 199">
                <a:extLst>
                  <a:ext uri="{FF2B5EF4-FFF2-40B4-BE49-F238E27FC236}">
                    <a16:creationId xmlns:a16="http://schemas.microsoft.com/office/drawing/2014/main" id="{B6570B92-D296-32B2-EA41-E3502AFC0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10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0" name="Freeform 200">
                <a:extLst>
                  <a:ext uri="{FF2B5EF4-FFF2-40B4-BE49-F238E27FC236}">
                    <a16:creationId xmlns:a16="http://schemas.microsoft.com/office/drawing/2014/main" id="{CB3FE612-76E3-3560-0F04-E724C9EB5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7" y="105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1" name="Freeform 201">
                <a:extLst>
                  <a:ext uri="{FF2B5EF4-FFF2-40B4-BE49-F238E27FC236}">
                    <a16:creationId xmlns:a16="http://schemas.microsoft.com/office/drawing/2014/main" id="{23DDCBF6-07A9-0695-21B6-875F5E56F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1" y="10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2" name="Freeform 202">
                <a:extLst>
                  <a:ext uri="{FF2B5EF4-FFF2-40B4-BE49-F238E27FC236}">
                    <a16:creationId xmlns:a16="http://schemas.microsoft.com/office/drawing/2014/main" id="{43EB0973-FC6F-373D-1071-958771C814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112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3" name="Freeform 203">
                <a:extLst>
                  <a:ext uri="{FF2B5EF4-FFF2-40B4-BE49-F238E27FC236}">
                    <a16:creationId xmlns:a16="http://schemas.microsoft.com/office/drawing/2014/main" id="{9FD3B11D-F885-A5D6-1467-9318E1E800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115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4" name="Freeform 204">
                <a:extLst>
                  <a:ext uri="{FF2B5EF4-FFF2-40B4-BE49-F238E27FC236}">
                    <a16:creationId xmlns:a16="http://schemas.microsoft.com/office/drawing/2014/main" id="{9D6B8229-2DC9-729A-8162-EB5A03C3B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119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</p:grpSp>
        <p:sp>
          <p:nvSpPr>
            <p:cNvPr id="4" name="Freeform 206">
              <a:extLst>
                <a:ext uri="{FF2B5EF4-FFF2-40B4-BE49-F238E27FC236}">
                  <a16:creationId xmlns:a16="http://schemas.microsoft.com/office/drawing/2014/main" id="{0C0867AD-5927-3F7D-4C07-BEAC176EF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757" y="9080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207">
              <a:extLst>
                <a:ext uri="{FF2B5EF4-FFF2-40B4-BE49-F238E27FC236}">
                  <a16:creationId xmlns:a16="http://schemas.microsoft.com/office/drawing/2014/main" id="{9517FDB7-BEA5-3C3B-C973-5F0A00D93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319" y="962025"/>
              <a:ext cx="34925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208">
              <a:extLst>
                <a:ext uri="{FF2B5EF4-FFF2-40B4-BE49-F238E27FC236}">
                  <a16:creationId xmlns:a16="http://schemas.microsoft.com/office/drawing/2014/main" id="{96BE36F8-0AA5-A9F9-F3B6-6A4BE00C7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94" y="10160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209">
              <a:extLst>
                <a:ext uri="{FF2B5EF4-FFF2-40B4-BE49-F238E27FC236}">
                  <a16:creationId xmlns:a16="http://schemas.microsoft.com/office/drawing/2014/main" id="{5E564E64-D412-5412-9341-A468FB1AD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269" y="10699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210">
              <a:extLst>
                <a:ext uri="{FF2B5EF4-FFF2-40B4-BE49-F238E27FC236}">
                  <a16:creationId xmlns:a16="http://schemas.microsoft.com/office/drawing/2014/main" id="{181EE2E8-2FB4-5B92-96BD-6607E8F0A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244" y="11239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211">
              <a:extLst>
                <a:ext uri="{FF2B5EF4-FFF2-40B4-BE49-F238E27FC236}">
                  <a16:creationId xmlns:a16="http://schemas.microsoft.com/office/drawing/2014/main" id="{BE1E3304-B9F5-C32A-528E-E618D384F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219" y="11779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212">
              <a:extLst>
                <a:ext uri="{FF2B5EF4-FFF2-40B4-BE49-F238E27FC236}">
                  <a16:creationId xmlns:a16="http://schemas.microsoft.com/office/drawing/2014/main" id="{523CD697-24DB-4A76-F2B5-5523FA218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194" y="12319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213">
              <a:extLst>
                <a:ext uri="{FF2B5EF4-FFF2-40B4-BE49-F238E27FC236}">
                  <a16:creationId xmlns:a16="http://schemas.microsoft.com/office/drawing/2014/main" id="{B2940919-22D0-69C1-0E66-75E82EC92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169" y="12858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214">
              <a:extLst>
                <a:ext uri="{FF2B5EF4-FFF2-40B4-BE49-F238E27FC236}">
                  <a16:creationId xmlns:a16="http://schemas.microsoft.com/office/drawing/2014/main" id="{681209DA-80A6-154A-FD2F-F8920B11B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144" y="13398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215">
              <a:extLst>
                <a:ext uri="{FF2B5EF4-FFF2-40B4-BE49-F238E27FC236}">
                  <a16:creationId xmlns:a16="http://schemas.microsoft.com/office/drawing/2014/main" id="{EF6D24D3-7C9F-9414-4104-86F4F232B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119" y="139382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216">
              <a:extLst>
                <a:ext uri="{FF2B5EF4-FFF2-40B4-BE49-F238E27FC236}">
                  <a16:creationId xmlns:a16="http://schemas.microsoft.com/office/drawing/2014/main" id="{496ECAD4-7E38-0235-A607-F4C412A7F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094" y="14478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217">
              <a:extLst>
                <a:ext uri="{FF2B5EF4-FFF2-40B4-BE49-F238E27FC236}">
                  <a16:creationId xmlns:a16="http://schemas.microsoft.com/office/drawing/2014/main" id="{4D558770-6487-BD73-7318-95193A220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069" y="15017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218">
              <a:extLst>
                <a:ext uri="{FF2B5EF4-FFF2-40B4-BE49-F238E27FC236}">
                  <a16:creationId xmlns:a16="http://schemas.microsoft.com/office/drawing/2014/main" id="{210092CF-3D10-7520-7A1E-AADAE44F8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5044" y="15557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219">
              <a:extLst>
                <a:ext uri="{FF2B5EF4-FFF2-40B4-BE49-F238E27FC236}">
                  <a16:creationId xmlns:a16="http://schemas.microsoft.com/office/drawing/2014/main" id="{8B4CB606-21B1-2133-EE57-BB3CDDE8B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019" y="160972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220">
              <a:extLst>
                <a:ext uri="{FF2B5EF4-FFF2-40B4-BE49-F238E27FC236}">
                  <a16:creationId xmlns:a16="http://schemas.microsoft.com/office/drawing/2014/main" id="{279BDD34-782E-CB82-5660-5FA855C61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994" y="16637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221">
              <a:extLst>
                <a:ext uri="{FF2B5EF4-FFF2-40B4-BE49-F238E27FC236}">
                  <a16:creationId xmlns:a16="http://schemas.microsoft.com/office/drawing/2014/main" id="{A880B576-0770-F828-CF6D-6498C21B7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969" y="17176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222">
              <a:extLst>
                <a:ext uri="{FF2B5EF4-FFF2-40B4-BE49-F238E27FC236}">
                  <a16:creationId xmlns:a16="http://schemas.microsoft.com/office/drawing/2014/main" id="{C5A062EF-8208-D202-2605-1576439BF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944" y="17716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223">
              <a:extLst>
                <a:ext uri="{FF2B5EF4-FFF2-40B4-BE49-F238E27FC236}">
                  <a16:creationId xmlns:a16="http://schemas.microsoft.com/office/drawing/2014/main" id="{DD5A2011-F4B8-83C6-F1CB-C6F5B3CE8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919" y="18256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224">
              <a:extLst>
                <a:ext uri="{FF2B5EF4-FFF2-40B4-BE49-F238E27FC236}">
                  <a16:creationId xmlns:a16="http://schemas.microsoft.com/office/drawing/2014/main" id="{5CAABFD9-0AE1-8202-DC6E-868086C0D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894" y="18796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225">
              <a:extLst>
                <a:ext uri="{FF2B5EF4-FFF2-40B4-BE49-F238E27FC236}">
                  <a16:creationId xmlns:a16="http://schemas.microsoft.com/office/drawing/2014/main" id="{1C27F698-DAC8-EC75-E4E0-6B7CD5D73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869" y="19335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4" name="Freeform 226">
              <a:extLst>
                <a:ext uri="{FF2B5EF4-FFF2-40B4-BE49-F238E27FC236}">
                  <a16:creationId xmlns:a16="http://schemas.microsoft.com/office/drawing/2014/main" id="{95163D36-5632-26FB-DDCA-35F02010D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894" y="950913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Freeform 227">
              <a:extLst>
                <a:ext uri="{FF2B5EF4-FFF2-40B4-BE49-F238E27FC236}">
                  <a16:creationId xmlns:a16="http://schemas.microsoft.com/office/drawing/2014/main" id="{FE3A12FF-F786-74AE-3628-431EE7AC9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869" y="10048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" name="Freeform 228">
              <a:extLst>
                <a:ext uri="{FF2B5EF4-FFF2-40B4-BE49-F238E27FC236}">
                  <a16:creationId xmlns:a16="http://schemas.microsoft.com/office/drawing/2014/main" id="{BF1F6B3B-64FB-0480-221F-7B4FE89C1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844" y="10588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" name="Freeform 229">
              <a:extLst>
                <a:ext uri="{FF2B5EF4-FFF2-40B4-BE49-F238E27FC236}">
                  <a16:creationId xmlns:a16="http://schemas.microsoft.com/office/drawing/2014/main" id="{6894E21F-C3A2-D7A7-8AED-5BB093A71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19" y="1112838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" name="Freeform 230">
              <a:extLst>
                <a:ext uri="{FF2B5EF4-FFF2-40B4-BE49-F238E27FC236}">
                  <a16:creationId xmlns:a16="http://schemas.microsoft.com/office/drawing/2014/main" id="{A8F0C334-9E1E-4433-4AE3-3780D1275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794" y="11668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" name="Freeform 231">
              <a:extLst>
                <a:ext uri="{FF2B5EF4-FFF2-40B4-BE49-F238E27FC236}">
                  <a16:creationId xmlns:a16="http://schemas.microsoft.com/office/drawing/2014/main" id="{AA6F1AD6-F981-D3E6-DFB4-33CC9B599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769" y="1222375"/>
              <a:ext cx="36513" cy="34925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" name="Freeform 232">
              <a:extLst>
                <a:ext uri="{FF2B5EF4-FFF2-40B4-BE49-F238E27FC236}">
                  <a16:creationId xmlns:a16="http://schemas.microsoft.com/office/drawing/2014/main" id="{6CC995C1-D927-FE02-9ACE-CF8FE2C69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744" y="12763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" name="Freeform 233">
              <a:extLst>
                <a:ext uri="{FF2B5EF4-FFF2-40B4-BE49-F238E27FC236}">
                  <a16:creationId xmlns:a16="http://schemas.microsoft.com/office/drawing/2014/main" id="{EC9CBA77-A7C5-1AEF-30D0-B1B631AFF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719" y="13303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" name="Freeform 234">
              <a:extLst>
                <a:ext uri="{FF2B5EF4-FFF2-40B4-BE49-F238E27FC236}">
                  <a16:creationId xmlns:a16="http://schemas.microsoft.com/office/drawing/2014/main" id="{51116E0E-6CCD-D75B-6C10-CB6E3A4D8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694" y="13843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Freeform 235">
              <a:extLst>
                <a:ext uri="{FF2B5EF4-FFF2-40B4-BE49-F238E27FC236}">
                  <a16:creationId xmlns:a16="http://schemas.microsoft.com/office/drawing/2014/main" id="{8B606C50-DBEF-7936-20EB-DA6341938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669" y="143827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Freeform 236">
              <a:extLst>
                <a:ext uri="{FF2B5EF4-FFF2-40B4-BE49-F238E27FC236}">
                  <a16:creationId xmlns:a16="http://schemas.microsoft.com/office/drawing/2014/main" id="{ECE3B812-B4AF-0BEE-8EED-74F7786F0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644" y="14922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Freeform 237">
              <a:extLst>
                <a:ext uri="{FF2B5EF4-FFF2-40B4-BE49-F238E27FC236}">
                  <a16:creationId xmlns:a16="http://schemas.microsoft.com/office/drawing/2014/main" id="{A5E95589-42B0-F09A-1B0A-B7A24C0A6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19" y="15462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Freeform 238">
              <a:extLst>
                <a:ext uri="{FF2B5EF4-FFF2-40B4-BE49-F238E27FC236}">
                  <a16:creationId xmlns:a16="http://schemas.microsoft.com/office/drawing/2014/main" id="{5ABAB4BE-01BA-7C8C-BC50-7FED9E4C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594" y="160020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" name="Freeform 239">
              <a:extLst>
                <a:ext uri="{FF2B5EF4-FFF2-40B4-BE49-F238E27FC236}">
                  <a16:creationId xmlns:a16="http://schemas.microsoft.com/office/drawing/2014/main" id="{794565F6-CEA7-1AEA-09AA-85BB171EC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569" y="16541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" name="Freeform 240">
              <a:extLst>
                <a:ext uri="{FF2B5EF4-FFF2-40B4-BE49-F238E27FC236}">
                  <a16:creationId xmlns:a16="http://schemas.microsoft.com/office/drawing/2014/main" id="{AC31F54D-1AAB-0AD5-0461-E0345A367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544" y="17081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" name="Freeform 241">
              <a:extLst>
                <a:ext uri="{FF2B5EF4-FFF2-40B4-BE49-F238E27FC236}">
                  <a16:creationId xmlns:a16="http://schemas.microsoft.com/office/drawing/2014/main" id="{4A78BB8C-29B2-DA3C-ADE2-03C3D4311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519" y="176212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" name="Freeform 242">
              <a:extLst>
                <a:ext uri="{FF2B5EF4-FFF2-40B4-BE49-F238E27FC236}">
                  <a16:creationId xmlns:a16="http://schemas.microsoft.com/office/drawing/2014/main" id="{3D2A5AC5-ADB1-0E7C-1ECB-9F62D880C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494" y="18161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" name="Freeform 243">
              <a:extLst>
                <a:ext uri="{FF2B5EF4-FFF2-40B4-BE49-F238E27FC236}">
                  <a16:creationId xmlns:a16="http://schemas.microsoft.com/office/drawing/2014/main" id="{050F7239-2237-16BF-FBF2-666044E6A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469" y="18700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" name="Freeform 244">
              <a:extLst>
                <a:ext uri="{FF2B5EF4-FFF2-40B4-BE49-F238E27FC236}">
                  <a16:creationId xmlns:a16="http://schemas.microsoft.com/office/drawing/2014/main" id="{A0EA2EA0-4D45-144D-056C-219913AC7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444" y="19240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" name="Freeform 245">
              <a:extLst>
                <a:ext uri="{FF2B5EF4-FFF2-40B4-BE49-F238E27FC236}">
                  <a16:creationId xmlns:a16="http://schemas.microsoft.com/office/drawing/2014/main" id="{9E372260-2BC2-ED94-B459-DB243B77E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007" y="1978025"/>
              <a:ext cx="34925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" name="Freeform 246">
              <a:extLst>
                <a:ext uri="{FF2B5EF4-FFF2-40B4-BE49-F238E27FC236}">
                  <a16:creationId xmlns:a16="http://schemas.microsoft.com/office/drawing/2014/main" id="{3B1FF88F-B668-A921-96F3-99AB304EE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44" y="9953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" name="Freeform 247">
              <a:extLst>
                <a:ext uri="{FF2B5EF4-FFF2-40B4-BE49-F238E27FC236}">
                  <a16:creationId xmlns:a16="http://schemas.microsoft.com/office/drawing/2014/main" id="{93504F6D-3381-6241-324F-03E205E05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419" y="104933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" name="Oval 248">
              <a:extLst>
                <a:ext uri="{FF2B5EF4-FFF2-40B4-BE49-F238E27FC236}">
                  <a16:creationId xmlns:a16="http://schemas.microsoft.com/office/drawing/2014/main" id="{6D4FA565-7967-CBB4-A148-0E743E5C5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82" y="11049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" name="Freeform 249">
              <a:extLst>
                <a:ext uri="{FF2B5EF4-FFF2-40B4-BE49-F238E27FC236}">
                  <a16:creationId xmlns:a16="http://schemas.microsoft.com/office/drawing/2014/main" id="{2FB5ED28-E1F5-2089-5F52-E1C3698EC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369" y="11572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" name="Freeform 250">
              <a:extLst>
                <a:ext uri="{FF2B5EF4-FFF2-40B4-BE49-F238E27FC236}">
                  <a16:creationId xmlns:a16="http://schemas.microsoft.com/office/drawing/2014/main" id="{A68838EF-670E-FF6B-5029-0D07994049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44" y="1211263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" name="Freeform 251">
              <a:extLst>
                <a:ext uri="{FF2B5EF4-FFF2-40B4-BE49-F238E27FC236}">
                  <a16:creationId xmlns:a16="http://schemas.microsoft.com/office/drawing/2014/main" id="{F820FF1A-0052-9839-1AD1-D70B75AFE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19" y="1265238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" name="Freeform 252">
              <a:extLst>
                <a:ext uri="{FF2B5EF4-FFF2-40B4-BE49-F238E27FC236}">
                  <a16:creationId xmlns:a16="http://schemas.microsoft.com/office/drawing/2014/main" id="{EC48C92C-F310-28EC-572E-F5013920C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294" y="13192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" name="Freeform 253">
              <a:extLst>
                <a:ext uri="{FF2B5EF4-FFF2-40B4-BE49-F238E27FC236}">
                  <a16:creationId xmlns:a16="http://schemas.microsoft.com/office/drawing/2014/main" id="{5254118E-5103-1917-0470-2B3D1FC5F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269" y="137318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" name="Freeform 254">
              <a:extLst>
                <a:ext uri="{FF2B5EF4-FFF2-40B4-BE49-F238E27FC236}">
                  <a16:creationId xmlns:a16="http://schemas.microsoft.com/office/drawing/2014/main" id="{7C5EFEC4-85D1-97A5-1EAC-C87310E7D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244" y="1427163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" name="Freeform 255">
              <a:extLst>
                <a:ext uri="{FF2B5EF4-FFF2-40B4-BE49-F238E27FC236}">
                  <a16:creationId xmlns:a16="http://schemas.microsoft.com/office/drawing/2014/main" id="{B5A058E7-CFF1-FEBB-EE6A-8F9922D98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219" y="148113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" name="Freeform 256">
              <a:extLst>
                <a:ext uri="{FF2B5EF4-FFF2-40B4-BE49-F238E27FC236}">
                  <a16:creationId xmlns:a16="http://schemas.microsoft.com/office/drawing/2014/main" id="{7E2212B3-D613-BFA9-7C65-D83B24B97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194" y="1536700"/>
              <a:ext cx="36513" cy="34925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" name="Freeform 257">
              <a:extLst>
                <a:ext uri="{FF2B5EF4-FFF2-40B4-BE49-F238E27FC236}">
                  <a16:creationId xmlns:a16="http://schemas.microsoft.com/office/drawing/2014/main" id="{0F3609D7-5784-364E-4DEC-118C5310B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169" y="159067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" name="Freeform 258">
              <a:extLst>
                <a:ext uri="{FF2B5EF4-FFF2-40B4-BE49-F238E27FC236}">
                  <a16:creationId xmlns:a16="http://schemas.microsoft.com/office/drawing/2014/main" id="{A9035F28-4D48-6064-C921-B344F7D39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144" y="16446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" name="Freeform 259">
              <a:extLst>
                <a:ext uri="{FF2B5EF4-FFF2-40B4-BE49-F238E27FC236}">
                  <a16:creationId xmlns:a16="http://schemas.microsoft.com/office/drawing/2014/main" id="{60CB6AF4-F147-232A-B387-13527FB71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119" y="169862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" name="Freeform 260">
              <a:extLst>
                <a:ext uri="{FF2B5EF4-FFF2-40B4-BE49-F238E27FC236}">
                  <a16:creationId xmlns:a16="http://schemas.microsoft.com/office/drawing/2014/main" id="{986F6C6B-AFD8-04FD-5945-964815ED9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682" y="1752600"/>
              <a:ext cx="34925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" name="Freeform 261">
              <a:extLst>
                <a:ext uri="{FF2B5EF4-FFF2-40B4-BE49-F238E27FC236}">
                  <a16:creationId xmlns:a16="http://schemas.microsoft.com/office/drawing/2014/main" id="{5F18E8C4-EC4C-D3C3-94C9-8993E1EF3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657" y="18065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" name="Freeform 262">
              <a:extLst>
                <a:ext uri="{FF2B5EF4-FFF2-40B4-BE49-F238E27FC236}">
                  <a16:creationId xmlns:a16="http://schemas.microsoft.com/office/drawing/2014/main" id="{94ECEC95-4378-AC6E-D1EE-0923E9DF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632" y="1860550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" name="Freeform 263">
              <a:extLst>
                <a:ext uri="{FF2B5EF4-FFF2-40B4-BE49-F238E27FC236}">
                  <a16:creationId xmlns:a16="http://schemas.microsoft.com/office/drawing/2014/main" id="{D29E8A70-615E-7F4B-01ED-5309EEDF8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607" y="191452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" name="Freeform 264">
              <a:extLst>
                <a:ext uri="{FF2B5EF4-FFF2-40B4-BE49-F238E27FC236}">
                  <a16:creationId xmlns:a16="http://schemas.microsoft.com/office/drawing/2014/main" id="{F784EAE9-28A9-46AA-649E-E02FC3789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582" y="19685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" name="Freeform 265">
              <a:extLst>
                <a:ext uri="{FF2B5EF4-FFF2-40B4-BE49-F238E27FC236}">
                  <a16:creationId xmlns:a16="http://schemas.microsoft.com/office/drawing/2014/main" id="{06D41B70-E1B8-B29B-D909-2B4B1D972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557" y="202247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265" name="Group 265">
            <a:extLst>
              <a:ext uri="{FF2B5EF4-FFF2-40B4-BE49-F238E27FC236}">
                <a16:creationId xmlns:a16="http://schemas.microsoft.com/office/drawing/2014/main" id="{5D6CE7D9-1A91-1243-7DA0-DF7492844A80}"/>
              </a:ext>
            </a:extLst>
          </p:cNvPr>
          <p:cNvGrpSpPr/>
          <p:nvPr userDrawn="1"/>
        </p:nvGrpSpPr>
        <p:grpSpPr>
          <a:xfrm>
            <a:off x="-390479" y="-357338"/>
            <a:ext cx="2090651" cy="2092749"/>
            <a:chOff x="5213090" y="468313"/>
            <a:chExt cx="1581151" cy="1582738"/>
          </a:xfrm>
          <a:solidFill>
            <a:schemeClr val="tx2"/>
          </a:solidFill>
        </p:grpSpPr>
        <p:sp>
          <p:nvSpPr>
            <p:cNvPr id="266" name="Oval 357">
              <a:extLst>
                <a:ext uri="{FF2B5EF4-FFF2-40B4-BE49-F238E27FC236}">
                  <a16:creationId xmlns:a16="http://schemas.microsoft.com/office/drawing/2014/main" id="{F9789B35-0183-7EF3-2B08-0A56253AC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0903" y="9953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7" name="Freeform 358">
              <a:extLst>
                <a:ext uri="{FF2B5EF4-FFF2-40B4-BE49-F238E27FC236}">
                  <a16:creationId xmlns:a16="http://schemas.microsoft.com/office/drawing/2014/main" id="{62165390-AF23-A4A5-0259-2849C108B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5340" y="104775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8" name="Freeform 359">
              <a:extLst>
                <a:ext uri="{FF2B5EF4-FFF2-40B4-BE49-F238E27FC236}">
                  <a16:creationId xmlns:a16="http://schemas.microsoft.com/office/drawing/2014/main" id="{3D5A3CD4-CDF1-051F-5343-E30D908F2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1365" y="1101725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9" name="Freeform 360">
              <a:extLst>
                <a:ext uri="{FF2B5EF4-FFF2-40B4-BE49-F238E27FC236}">
                  <a16:creationId xmlns:a16="http://schemas.microsoft.com/office/drawing/2014/main" id="{E04D9660-1A81-D783-C094-4921BC084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7390" y="115570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0" name="Freeform 361">
              <a:extLst>
                <a:ext uri="{FF2B5EF4-FFF2-40B4-BE49-F238E27FC236}">
                  <a16:creationId xmlns:a16="http://schemas.microsoft.com/office/drawing/2014/main" id="{5BA5EE1F-49EA-3246-3990-E1B6609E1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5003" y="1209675"/>
              <a:ext cx="34925" cy="34925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1" name="Freeform 362">
              <a:extLst>
                <a:ext uri="{FF2B5EF4-FFF2-40B4-BE49-F238E27FC236}">
                  <a16:creationId xmlns:a16="http://schemas.microsoft.com/office/drawing/2014/main" id="{9397092D-A404-AB77-6316-3A44DFEB6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1028" y="1263650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2" name="Freeform 363">
              <a:extLst>
                <a:ext uri="{FF2B5EF4-FFF2-40B4-BE49-F238E27FC236}">
                  <a16:creationId xmlns:a16="http://schemas.microsoft.com/office/drawing/2014/main" id="{ABC9B1AB-7D4F-B19B-98F3-66ECD33E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7053" y="13160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3" name="Freeform 364">
              <a:extLst>
                <a:ext uri="{FF2B5EF4-FFF2-40B4-BE49-F238E27FC236}">
                  <a16:creationId xmlns:a16="http://schemas.microsoft.com/office/drawing/2014/main" id="{3C4E07B9-0447-0E38-A9F7-186B6E35D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3078" y="137001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4" name="Freeform 365">
              <a:extLst>
                <a:ext uri="{FF2B5EF4-FFF2-40B4-BE49-F238E27FC236}">
                  <a16:creationId xmlns:a16="http://schemas.microsoft.com/office/drawing/2014/main" id="{9D003CF1-451D-50FC-DFA9-C7BC6EC8E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9103" y="1423988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5" name="Freeform 366">
              <a:extLst>
                <a:ext uri="{FF2B5EF4-FFF2-40B4-BE49-F238E27FC236}">
                  <a16:creationId xmlns:a16="http://schemas.microsoft.com/office/drawing/2014/main" id="{A8F74AF3-3D6A-ADE9-4D3C-420E1B8B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5128" y="14779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6" name="Freeform 367">
              <a:extLst>
                <a:ext uri="{FF2B5EF4-FFF2-40B4-BE49-F238E27FC236}">
                  <a16:creationId xmlns:a16="http://schemas.microsoft.com/office/drawing/2014/main" id="{5711A23B-F30F-DA5D-9B64-5B93431FB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2740" y="1531938"/>
              <a:ext cx="34925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7" name="Freeform 368">
              <a:extLst>
                <a:ext uri="{FF2B5EF4-FFF2-40B4-BE49-F238E27FC236}">
                  <a16:creationId xmlns:a16="http://schemas.microsoft.com/office/drawing/2014/main" id="{76F1F9A4-A15D-7558-5CBD-2A39161F0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8765" y="1585913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8" name="Freeform 369">
              <a:extLst>
                <a:ext uri="{FF2B5EF4-FFF2-40B4-BE49-F238E27FC236}">
                  <a16:creationId xmlns:a16="http://schemas.microsoft.com/office/drawing/2014/main" id="{FDFB8E02-6ADE-6622-8469-189D23280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4790" y="163830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9" name="Freeform 370">
              <a:extLst>
                <a:ext uri="{FF2B5EF4-FFF2-40B4-BE49-F238E27FC236}">
                  <a16:creationId xmlns:a16="http://schemas.microsoft.com/office/drawing/2014/main" id="{B79337BE-62A2-DE66-6224-4FB1B8790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0815" y="16922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0" name="Freeform 371">
              <a:extLst>
                <a:ext uri="{FF2B5EF4-FFF2-40B4-BE49-F238E27FC236}">
                  <a16:creationId xmlns:a16="http://schemas.microsoft.com/office/drawing/2014/main" id="{57C39F53-E79B-FE79-07BC-33FC116F6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6840" y="1746250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1" name="Freeform 372">
              <a:extLst>
                <a:ext uri="{FF2B5EF4-FFF2-40B4-BE49-F238E27FC236}">
                  <a16:creationId xmlns:a16="http://schemas.microsoft.com/office/drawing/2014/main" id="{8D386AE2-D1A0-6F16-D338-7986E2931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2865" y="18002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2" name="Oval 373">
              <a:extLst>
                <a:ext uri="{FF2B5EF4-FFF2-40B4-BE49-F238E27FC236}">
                  <a16:creationId xmlns:a16="http://schemas.microsoft.com/office/drawing/2014/main" id="{0DE80BB7-6CE4-4FAF-F8D3-2E1F9A2B7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2065" y="1855788"/>
              <a:ext cx="31750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3" name="Oval 374">
              <a:extLst>
                <a:ext uri="{FF2B5EF4-FFF2-40B4-BE49-F238E27FC236}">
                  <a16:creationId xmlns:a16="http://schemas.microsoft.com/office/drawing/2014/main" id="{6261F5AD-4200-653B-5142-E5FAAE82C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090" y="19097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4" name="Freeform 375">
              <a:extLst>
                <a:ext uri="{FF2B5EF4-FFF2-40B4-BE49-F238E27FC236}">
                  <a16:creationId xmlns:a16="http://schemas.microsoft.com/office/drawing/2014/main" id="{487892DC-3548-3121-CAC6-A1A255A0E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2528" y="196056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5" name="Freeform 376">
              <a:extLst>
                <a:ext uri="{FF2B5EF4-FFF2-40B4-BE49-F238E27FC236}">
                  <a16:creationId xmlns:a16="http://schemas.microsoft.com/office/drawing/2014/main" id="{1895A1D5-678F-80EF-93EA-DF5CB973B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8553" y="20145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6" name="Freeform 377">
              <a:extLst>
                <a:ext uri="{FF2B5EF4-FFF2-40B4-BE49-F238E27FC236}">
                  <a16:creationId xmlns:a16="http://schemas.microsoft.com/office/drawing/2014/main" id="{F121074D-5893-D8F4-0B9D-6DD61257D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4865" y="95091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7" name="Freeform 378">
              <a:extLst>
                <a:ext uri="{FF2B5EF4-FFF2-40B4-BE49-F238E27FC236}">
                  <a16:creationId xmlns:a16="http://schemas.microsoft.com/office/drawing/2014/main" id="{6EBAADFE-2AA1-E52F-8A95-C6BA43399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478" y="1004888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8" name="Oval 379">
              <a:extLst>
                <a:ext uri="{FF2B5EF4-FFF2-40B4-BE49-F238E27FC236}">
                  <a16:creationId xmlns:a16="http://schemas.microsoft.com/office/drawing/2014/main" id="{5F121C35-6CFD-7356-6E65-5C9AE1C6E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0090" y="10588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9" name="Oval 380">
              <a:extLst>
                <a:ext uri="{FF2B5EF4-FFF2-40B4-BE49-F238E27FC236}">
                  <a16:creationId xmlns:a16="http://schemas.microsoft.com/office/drawing/2014/main" id="{5C55853C-9653-5CD1-1ABB-3303E914A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6115" y="1112838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0" name="Freeform 381">
              <a:extLst>
                <a:ext uri="{FF2B5EF4-FFF2-40B4-BE49-F238E27FC236}">
                  <a16:creationId xmlns:a16="http://schemas.microsoft.com/office/drawing/2014/main" id="{4927667D-6AB4-7659-F873-E9AE84BDC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0553" y="11652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1" name="Freeform 382">
              <a:extLst>
                <a:ext uri="{FF2B5EF4-FFF2-40B4-BE49-F238E27FC236}">
                  <a16:creationId xmlns:a16="http://schemas.microsoft.com/office/drawing/2014/main" id="{15A52EBE-9058-AA2C-491F-D69E79AC4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6578" y="12192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2" name="Freeform 383">
              <a:extLst>
                <a:ext uri="{FF2B5EF4-FFF2-40B4-BE49-F238E27FC236}">
                  <a16:creationId xmlns:a16="http://schemas.microsoft.com/office/drawing/2014/main" id="{AF6E5B20-22B8-E3F5-193E-C8512CF48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2603" y="12731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3" name="Freeform 384">
              <a:extLst>
                <a:ext uri="{FF2B5EF4-FFF2-40B4-BE49-F238E27FC236}">
                  <a16:creationId xmlns:a16="http://schemas.microsoft.com/office/drawing/2014/main" id="{69D89835-83E7-DF00-1F58-C6A28C3AA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0215" y="1327150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4" name="Freeform 385">
              <a:extLst>
                <a:ext uri="{FF2B5EF4-FFF2-40B4-BE49-F238E27FC236}">
                  <a16:creationId xmlns:a16="http://schemas.microsoft.com/office/drawing/2014/main" id="{69976C86-48FB-3F64-3B0A-18731A6C1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6240" y="1379538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5" name="Oval 386">
              <a:extLst>
                <a:ext uri="{FF2B5EF4-FFF2-40B4-BE49-F238E27FC236}">
                  <a16:creationId xmlns:a16="http://schemas.microsoft.com/office/drawing/2014/main" id="{4D034D10-4E4E-9B01-6499-CCA0AA1DC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3853" y="14351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6" name="Freeform 387">
              <a:extLst>
                <a:ext uri="{FF2B5EF4-FFF2-40B4-BE49-F238E27FC236}">
                  <a16:creationId xmlns:a16="http://schemas.microsoft.com/office/drawing/2014/main" id="{373149DC-E807-CD50-10B8-F4B63DEC1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290" y="14874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7" name="Freeform 388">
              <a:extLst>
                <a:ext uri="{FF2B5EF4-FFF2-40B4-BE49-F238E27FC236}">
                  <a16:creationId xmlns:a16="http://schemas.microsoft.com/office/drawing/2014/main" id="{6DD2F659-9202-5044-548D-9DB202C65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315" y="154146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8" name="Freeform 389">
              <a:extLst>
                <a:ext uri="{FF2B5EF4-FFF2-40B4-BE49-F238E27FC236}">
                  <a16:creationId xmlns:a16="http://schemas.microsoft.com/office/drawing/2014/main" id="{32707D56-C285-25B9-6508-710E1FF2A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0340" y="159543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9" name="Freeform 390">
              <a:extLst>
                <a:ext uri="{FF2B5EF4-FFF2-40B4-BE49-F238E27FC236}">
                  <a16:creationId xmlns:a16="http://schemas.microsoft.com/office/drawing/2014/main" id="{5FF25603-DDE5-18FF-0152-4DD1BFFA6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365" y="164941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0" name="Freeform 391">
              <a:extLst>
                <a:ext uri="{FF2B5EF4-FFF2-40B4-BE49-F238E27FC236}">
                  <a16:creationId xmlns:a16="http://schemas.microsoft.com/office/drawing/2014/main" id="{1654BCE4-20A1-D7EF-5F57-611553FC2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3978" y="1701800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1" name="Freeform 392">
              <a:extLst>
                <a:ext uri="{FF2B5EF4-FFF2-40B4-BE49-F238E27FC236}">
                  <a16:creationId xmlns:a16="http://schemas.microsoft.com/office/drawing/2014/main" id="{46EEE2D4-710F-4BDF-F713-9AC91400A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003" y="1755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2" name="Freeform 393">
              <a:extLst>
                <a:ext uri="{FF2B5EF4-FFF2-40B4-BE49-F238E27FC236}">
                  <a16:creationId xmlns:a16="http://schemas.microsoft.com/office/drawing/2014/main" id="{C9762D83-9D63-7A47-404F-7687BB10F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028" y="180975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3" name="Freeform 394">
              <a:extLst>
                <a:ext uri="{FF2B5EF4-FFF2-40B4-BE49-F238E27FC236}">
                  <a16:creationId xmlns:a16="http://schemas.microsoft.com/office/drawing/2014/main" id="{737E4708-4A51-AF9F-A60F-1497BA21F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053" y="18637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4" name="Freeform 395">
              <a:extLst>
                <a:ext uri="{FF2B5EF4-FFF2-40B4-BE49-F238E27FC236}">
                  <a16:creationId xmlns:a16="http://schemas.microsoft.com/office/drawing/2014/main" id="{A662349C-D00A-E749-A174-650B4D37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8078" y="19177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5" name="Oval 396">
              <a:extLst>
                <a:ext uri="{FF2B5EF4-FFF2-40B4-BE49-F238E27FC236}">
                  <a16:creationId xmlns:a16="http://schemas.microsoft.com/office/drawing/2014/main" id="{F9D3E6EF-8059-6904-CF84-E5984AD54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5690" y="19732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6" name="Freeform 397">
              <a:extLst>
                <a:ext uri="{FF2B5EF4-FFF2-40B4-BE49-F238E27FC236}">
                  <a16:creationId xmlns:a16="http://schemas.microsoft.com/office/drawing/2014/main" id="{CB94C37E-93AC-9915-328C-88E0E0203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2003" y="9064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7" name="Freeform 398">
              <a:extLst>
                <a:ext uri="{FF2B5EF4-FFF2-40B4-BE49-F238E27FC236}">
                  <a16:creationId xmlns:a16="http://schemas.microsoft.com/office/drawing/2014/main" id="{FB54E2FE-B87D-B063-5317-25D8658EE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8028" y="960438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8" name="Oval 399">
              <a:extLst>
                <a:ext uri="{FF2B5EF4-FFF2-40B4-BE49-F238E27FC236}">
                  <a16:creationId xmlns:a16="http://schemas.microsoft.com/office/drawing/2014/main" id="{095001E1-19A3-7AF2-A3C2-C8CF4464A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640" y="10160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9" name="Oval 400">
              <a:extLst>
                <a:ext uri="{FF2B5EF4-FFF2-40B4-BE49-F238E27FC236}">
                  <a16:creationId xmlns:a16="http://schemas.microsoft.com/office/drawing/2014/main" id="{5395B8E9-2061-0FFE-F27A-F7D5F3407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1665" y="1069975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0" name="Freeform 401">
              <a:extLst>
                <a:ext uri="{FF2B5EF4-FFF2-40B4-BE49-F238E27FC236}">
                  <a16:creationId xmlns:a16="http://schemas.microsoft.com/office/drawing/2014/main" id="{883EBA2C-90C4-B9F4-CE3B-F03EC4F16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6103" y="1120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1" name="Freeform 402">
              <a:extLst>
                <a:ext uri="{FF2B5EF4-FFF2-40B4-BE49-F238E27FC236}">
                  <a16:creationId xmlns:a16="http://schemas.microsoft.com/office/drawing/2014/main" id="{0A2DF833-8C37-B6B6-C978-0F06FB1D1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3715" y="1174750"/>
              <a:ext cx="34925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2" name="Freeform 403">
              <a:extLst>
                <a:ext uri="{FF2B5EF4-FFF2-40B4-BE49-F238E27FC236}">
                  <a16:creationId xmlns:a16="http://schemas.microsoft.com/office/drawing/2014/main" id="{28A41E75-72D1-124A-3AE5-0AAD6F4D3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9740" y="12287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3" name="Freeform 404">
              <a:extLst>
                <a:ext uri="{FF2B5EF4-FFF2-40B4-BE49-F238E27FC236}">
                  <a16:creationId xmlns:a16="http://schemas.microsoft.com/office/drawing/2014/main" id="{AA40AF50-21D7-7344-7F65-0A9F05492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765" y="1282700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4" name="Freeform 405">
              <a:extLst>
                <a:ext uri="{FF2B5EF4-FFF2-40B4-BE49-F238E27FC236}">
                  <a16:creationId xmlns:a16="http://schemas.microsoft.com/office/drawing/2014/main" id="{E64C220A-F24E-DF19-50F1-6D9A8BBD6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1790" y="13366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grpSp>
          <p:nvGrpSpPr>
            <p:cNvPr id="315" name="Group 607">
              <a:extLst>
                <a:ext uri="{FF2B5EF4-FFF2-40B4-BE49-F238E27FC236}">
                  <a16:creationId xmlns:a16="http://schemas.microsoft.com/office/drawing/2014/main" id="{66101EDA-2B4D-7A12-25F5-BED86F8A8A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5952" y="468313"/>
              <a:ext cx="1408113" cy="1493838"/>
              <a:chOff x="3702" y="295"/>
              <a:chExt cx="887" cy="941"/>
            </a:xfrm>
            <a:grpFill/>
          </p:grpSpPr>
          <p:sp>
            <p:nvSpPr>
              <p:cNvPr id="327" name="Freeform 407">
                <a:extLst>
                  <a:ext uri="{FF2B5EF4-FFF2-40B4-BE49-F238E27FC236}">
                    <a16:creationId xmlns:a16="http://schemas.microsoft.com/office/drawing/2014/main" id="{2B18AC17-4030-E2F0-0E31-D5CC8CE79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9" y="876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8" name="Freeform 408">
                <a:extLst>
                  <a:ext uri="{FF2B5EF4-FFF2-40B4-BE49-F238E27FC236}">
                    <a16:creationId xmlns:a16="http://schemas.microsoft.com/office/drawing/2014/main" id="{0D1117CE-E342-E2EA-2964-881E848C2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5" y="910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9" name="Freeform 409">
                <a:extLst>
                  <a:ext uri="{FF2B5EF4-FFF2-40B4-BE49-F238E27FC236}">
                    <a16:creationId xmlns:a16="http://schemas.microsoft.com/office/drawing/2014/main" id="{819758A1-9053-DE91-AFCE-45F335B87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943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0" name="Freeform 410">
                <a:extLst>
                  <a:ext uri="{FF2B5EF4-FFF2-40B4-BE49-F238E27FC236}">
                    <a16:creationId xmlns:a16="http://schemas.microsoft.com/office/drawing/2014/main" id="{114F28EE-C08D-2174-15DF-E312BDD74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97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1" name="Freeform 411">
                <a:extLst>
                  <a:ext uri="{FF2B5EF4-FFF2-40B4-BE49-F238E27FC236}">
                    <a16:creationId xmlns:a16="http://schemas.microsoft.com/office/drawing/2014/main" id="{560D376F-BAF6-4DC4-0FFD-B19AAAF8C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4" y="101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2" name="Freeform 412">
                <a:extLst>
                  <a:ext uri="{FF2B5EF4-FFF2-40B4-BE49-F238E27FC236}">
                    <a16:creationId xmlns:a16="http://schemas.microsoft.com/office/drawing/2014/main" id="{D3EC1DEA-7137-3888-BCED-92635D949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045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3" name="Freeform 413">
                <a:extLst>
                  <a:ext uri="{FF2B5EF4-FFF2-40B4-BE49-F238E27FC236}">
                    <a16:creationId xmlns:a16="http://schemas.microsoft.com/office/drawing/2014/main" id="{B11B1DF4-0E10-05C1-FBF9-0386875568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107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4" name="Freeform 414">
                <a:extLst>
                  <a:ext uri="{FF2B5EF4-FFF2-40B4-BE49-F238E27FC236}">
                    <a16:creationId xmlns:a16="http://schemas.microsoft.com/office/drawing/2014/main" id="{977D6735-B492-D981-2D48-134D5D381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2" y="1113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5" name="Freeform 415">
                <a:extLst>
                  <a:ext uri="{FF2B5EF4-FFF2-40B4-BE49-F238E27FC236}">
                    <a16:creationId xmlns:a16="http://schemas.microsoft.com/office/drawing/2014/main" id="{1AD69985-87B6-B15B-A712-D012A65B0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9" y="1146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6" name="Freeform 416">
                <a:extLst>
                  <a:ext uri="{FF2B5EF4-FFF2-40B4-BE49-F238E27FC236}">
                    <a16:creationId xmlns:a16="http://schemas.microsoft.com/office/drawing/2014/main" id="{26EAB175-834F-5AE1-8454-1A26CC24B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18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7" name="Oval 417">
                <a:extLst>
                  <a:ext uri="{FF2B5EF4-FFF2-40B4-BE49-F238E27FC236}">
                    <a16:creationId xmlns:a16="http://schemas.microsoft.com/office/drawing/2014/main" id="{BC99C6F9-D6CD-1F29-6686-1FAF49D4D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121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8" name="Freeform 418">
                <a:extLst>
                  <a:ext uri="{FF2B5EF4-FFF2-40B4-BE49-F238E27FC236}">
                    <a16:creationId xmlns:a16="http://schemas.microsoft.com/office/drawing/2014/main" id="{FAE218BE-F609-73E8-E469-90D0A0B55F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6" y="544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9" name="Freeform 419">
                <a:extLst>
                  <a:ext uri="{FF2B5EF4-FFF2-40B4-BE49-F238E27FC236}">
                    <a16:creationId xmlns:a16="http://schemas.microsoft.com/office/drawing/2014/main" id="{093B30C2-7A15-9C6C-B8C5-3FBCF20C76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2" y="57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0" name="Freeform 420">
                <a:extLst>
                  <a:ext uri="{FF2B5EF4-FFF2-40B4-BE49-F238E27FC236}">
                    <a16:creationId xmlns:a16="http://schemas.microsoft.com/office/drawing/2014/main" id="{8286FD50-08CC-7B4C-86F7-7100950F6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8" y="61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1" name="Freeform 421">
                <a:extLst>
                  <a:ext uri="{FF2B5EF4-FFF2-40B4-BE49-F238E27FC236}">
                    <a16:creationId xmlns:a16="http://schemas.microsoft.com/office/drawing/2014/main" id="{650697E6-8F51-7DE6-F083-2DD694A4D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" y="645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2" name="Freeform 422">
                <a:extLst>
                  <a:ext uri="{FF2B5EF4-FFF2-40B4-BE49-F238E27FC236}">
                    <a16:creationId xmlns:a16="http://schemas.microsoft.com/office/drawing/2014/main" id="{98356AFB-4C19-6840-A01A-7DD4EC9FB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67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3" name="Oval 423">
                <a:extLst>
                  <a:ext uri="{FF2B5EF4-FFF2-40B4-BE49-F238E27FC236}">
                    <a16:creationId xmlns:a16="http://schemas.microsoft.com/office/drawing/2014/main" id="{839F656F-0F4E-E193-6A6D-0040943F6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8" y="714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4" name="Freeform 424">
                <a:extLst>
                  <a:ext uri="{FF2B5EF4-FFF2-40B4-BE49-F238E27FC236}">
                    <a16:creationId xmlns:a16="http://schemas.microsoft.com/office/drawing/2014/main" id="{A564E751-3819-9B1A-463F-5438D23CA6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3" y="747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5" name="Freeform 425">
                <a:extLst>
                  <a:ext uri="{FF2B5EF4-FFF2-40B4-BE49-F238E27FC236}">
                    <a16:creationId xmlns:a16="http://schemas.microsoft.com/office/drawing/2014/main" id="{2C0F2E6E-DBC7-4CA6-01B1-E99B6E890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78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6" name="Freeform 426">
                <a:extLst>
                  <a:ext uri="{FF2B5EF4-FFF2-40B4-BE49-F238E27FC236}">
                    <a16:creationId xmlns:a16="http://schemas.microsoft.com/office/drawing/2014/main" id="{3916FB70-CDC2-12B0-E4F9-6D2BC80C3A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81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7" name="Freeform 427">
                <a:extLst>
                  <a:ext uri="{FF2B5EF4-FFF2-40B4-BE49-F238E27FC236}">
                    <a16:creationId xmlns:a16="http://schemas.microsoft.com/office/drawing/2014/main" id="{9CC31611-98B5-8F71-BEB8-2FED66592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84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8" name="Freeform 428">
                <a:extLst>
                  <a:ext uri="{FF2B5EF4-FFF2-40B4-BE49-F238E27FC236}">
                    <a16:creationId xmlns:a16="http://schemas.microsoft.com/office/drawing/2014/main" id="{66AE8341-1C44-5262-829D-9EC120C1CC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882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9" name="Oval 429">
                <a:extLst>
                  <a:ext uri="{FF2B5EF4-FFF2-40B4-BE49-F238E27FC236}">
                    <a16:creationId xmlns:a16="http://schemas.microsoft.com/office/drawing/2014/main" id="{A8F720E2-A86A-B6AD-6E50-276EC0B2E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5" y="91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0" name="Oval 430">
                <a:extLst>
                  <a:ext uri="{FF2B5EF4-FFF2-40B4-BE49-F238E27FC236}">
                    <a16:creationId xmlns:a16="http://schemas.microsoft.com/office/drawing/2014/main" id="{2B612463-0023-191B-0814-E9CEC773F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1" y="951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1" name="Freeform 431">
                <a:extLst>
                  <a:ext uri="{FF2B5EF4-FFF2-40B4-BE49-F238E27FC236}">
                    <a16:creationId xmlns:a16="http://schemas.microsoft.com/office/drawing/2014/main" id="{417C6EA2-BC7A-B31C-3B95-3E0234C38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6" y="98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2" name="Freeform 432">
                <a:extLst>
                  <a:ext uri="{FF2B5EF4-FFF2-40B4-BE49-F238E27FC236}">
                    <a16:creationId xmlns:a16="http://schemas.microsoft.com/office/drawing/2014/main" id="{F4159A74-F97B-316F-6569-A18DF9217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101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3" name="Freeform 433">
                <a:extLst>
                  <a:ext uri="{FF2B5EF4-FFF2-40B4-BE49-F238E27FC236}">
                    <a16:creationId xmlns:a16="http://schemas.microsoft.com/office/drawing/2014/main" id="{C605838C-4C1F-95D1-4715-608395AE1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105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4" name="Freeform 434">
                <a:extLst>
                  <a:ext uri="{FF2B5EF4-FFF2-40B4-BE49-F238E27FC236}">
                    <a16:creationId xmlns:a16="http://schemas.microsoft.com/office/drawing/2014/main" id="{A9CE41E2-3ED1-A843-EF19-10EB0D530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1085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5" name="Freeform 435">
                <a:extLst>
                  <a:ext uri="{FF2B5EF4-FFF2-40B4-BE49-F238E27FC236}">
                    <a16:creationId xmlns:a16="http://schemas.microsoft.com/office/drawing/2014/main" id="{684096E1-55D6-9357-5BF6-787FCF6AD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1" y="111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6" name="Freeform 436">
                <a:extLst>
                  <a:ext uri="{FF2B5EF4-FFF2-40B4-BE49-F238E27FC236}">
                    <a16:creationId xmlns:a16="http://schemas.microsoft.com/office/drawing/2014/main" id="{CDE1BE7E-4576-3B6E-E519-1E3F78825C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7" y="1153"/>
                <a:ext cx="23" cy="22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7" name="Freeform 437">
                <a:extLst>
                  <a:ext uri="{FF2B5EF4-FFF2-40B4-BE49-F238E27FC236}">
                    <a16:creationId xmlns:a16="http://schemas.microsoft.com/office/drawing/2014/main" id="{28467D30-2C0A-384C-503E-CF407F0BC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118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8" name="Freeform 438">
                <a:extLst>
                  <a:ext uri="{FF2B5EF4-FFF2-40B4-BE49-F238E27FC236}">
                    <a16:creationId xmlns:a16="http://schemas.microsoft.com/office/drawing/2014/main" id="{45DB775F-CF28-D13D-169B-AE2583808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9" y="51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9" name="Freeform 439">
                <a:extLst>
                  <a:ext uri="{FF2B5EF4-FFF2-40B4-BE49-F238E27FC236}">
                    <a16:creationId xmlns:a16="http://schemas.microsoft.com/office/drawing/2014/main" id="{A475FB76-D4DE-8819-602B-9A674AA94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5" y="550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0" name="Freeform 440">
                <a:extLst>
                  <a:ext uri="{FF2B5EF4-FFF2-40B4-BE49-F238E27FC236}">
                    <a16:creationId xmlns:a16="http://schemas.microsoft.com/office/drawing/2014/main" id="{DDEF1C71-B4F5-11D6-FAC3-C9F2C787D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58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1" name="Freeform 441">
                <a:extLst>
                  <a:ext uri="{FF2B5EF4-FFF2-40B4-BE49-F238E27FC236}">
                    <a16:creationId xmlns:a16="http://schemas.microsoft.com/office/drawing/2014/main" id="{B63060E2-A9EB-D2BC-41DE-AFF80D0792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7" y="61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2" name="Freeform 442">
                <a:extLst>
                  <a:ext uri="{FF2B5EF4-FFF2-40B4-BE49-F238E27FC236}">
                    <a16:creationId xmlns:a16="http://schemas.microsoft.com/office/drawing/2014/main" id="{23A0D459-FDA3-507B-C2E9-F6725796ED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" y="65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3" name="Oval 443">
                <a:extLst>
                  <a:ext uri="{FF2B5EF4-FFF2-40B4-BE49-F238E27FC236}">
                    <a16:creationId xmlns:a16="http://schemas.microsoft.com/office/drawing/2014/main" id="{4BB65627-E64D-05E9-C9D7-8D383A9DF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0" y="68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4" name="Oval 444">
                <a:extLst>
                  <a:ext uri="{FF2B5EF4-FFF2-40B4-BE49-F238E27FC236}">
                    <a16:creationId xmlns:a16="http://schemas.microsoft.com/office/drawing/2014/main" id="{6FA31127-2FF7-F7BE-E5DB-453A7C61E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7" y="72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5" name="Freeform 445">
                <a:extLst>
                  <a:ext uri="{FF2B5EF4-FFF2-40B4-BE49-F238E27FC236}">
                    <a16:creationId xmlns:a16="http://schemas.microsoft.com/office/drawing/2014/main" id="{B207CB04-497D-E577-8859-63B60E8F8E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" y="753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6" name="Freeform 446">
                <a:extLst>
                  <a:ext uri="{FF2B5EF4-FFF2-40B4-BE49-F238E27FC236}">
                    <a16:creationId xmlns:a16="http://schemas.microsoft.com/office/drawing/2014/main" id="{E8193F9E-B182-B37F-0F51-79B74E5DB4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8" y="787"/>
                <a:ext cx="23" cy="22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7" name="Freeform 447">
                <a:extLst>
                  <a:ext uri="{FF2B5EF4-FFF2-40B4-BE49-F238E27FC236}">
                    <a16:creationId xmlns:a16="http://schemas.microsoft.com/office/drawing/2014/main" id="{A2151FDA-B2E9-E81A-F438-34EC35C48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4" y="82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8" name="Freeform 448">
                <a:extLst>
                  <a:ext uri="{FF2B5EF4-FFF2-40B4-BE49-F238E27FC236}">
                    <a16:creationId xmlns:a16="http://schemas.microsoft.com/office/drawing/2014/main" id="{3A6557AC-79F2-34E1-4E36-136FEF6AC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0" y="85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9" name="Freeform 449">
                <a:extLst>
                  <a:ext uri="{FF2B5EF4-FFF2-40B4-BE49-F238E27FC236}">
                    <a16:creationId xmlns:a16="http://schemas.microsoft.com/office/drawing/2014/main" id="{1CF941CA-C563-83D9-C30A-25CF6F86FF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8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0" name="Freeform 450">
                <a:extLst>
                  <a:ext uri="{FF2B5EF4-FFF2-40B4-BE49-F238E27FC236}">
                    <a16:creationId xmlns:a16="http://schemas.microsoft.com/office/drawing/2014/main" id="{DE2FB115-140C-7191-BA78-4EC9B4705F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3" y="922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1" name="Freeform 451">
                <a:extLst>
                  <a:ext uri="{FF2B5EF4-FFF2-40B4-BE49-F238E27FC236}">
                    <a16:creationId xmlns:a16="http://schemas.microsoft.com/office/drawing/2014/main" id="{D061404A-7BC8-64FC-F0C0-C4BCAB9A13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95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2" name="Freeform 452">
                <a:extLst>
                  <a:ext uri="{FF2B5EF4-FFF2-40B4-BE49-F238E27FC236}">
                    <a16:creationId xmlns:a16="http://schemas.microsoft.com/office/drawing/2014/main" id="{279F2EA3-5DBB-7162-EB7E-52B87FD6D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990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6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3" name="Freeform 453">
                <a:extLst>
                  <a:ext uri="{FF2B5EF4-FFF2-40B4-BE49-F238E27FC236}">
                    <a16:creationId xmlns:a16="http://schemas.microsoft.com/office/drawing/2014/main" id="{4FDB6CE9-191B-F299-1D77-01918FFE7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102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4" name="Freeform 454">
                <a:extLst>
                  <a:ext uri="{FF2B5EF4-FFF2-40B4-BE49-F238E27FC236}">
                    <a16:creationId xmlns:a16="http://schemas.microsoft.com/office/drawing/2014/main" id="{2F557564-8086-C6F4-C255-45F80E469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7" y="1057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5" name="Freeform 455">
                <a:extLst>
                  <a:ext uri="{FF2B5EF4-FFF2-40B4-BE49-F238E27FC236}">
                    <a16:creationId xmlns:a16="http://schemas.microsoft.com/office/drawing/2014/main" id="{5B89F337-F244-1FF0-ECD4-B3375E64A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3" y="10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6" name="Freeform 456">
                <a:extLst>
                  <a:ext uri="{FF2B5EF4-FFF2-40B4-BE49-F238E27FC236}">
                    <a16:creationId xmlns:a16="http://schemas.microsoft.com/office/drawing/2014/main" id="{D5C385E3-82E7-31EB-009B-1DBC5D813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112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7" name="Freeform 457">
                <a:extLst>
                  <a:ext uri="{FF2B5EF4-FFF2-40B4-BE49-F238E27FC236}">
                    <a16:creationId xmlns:a16="http://schemas.microsoft.com/office/drawing/2014/main" id="{3A49982F-123F-5EE9-0484-4C2C9F651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1159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8" name="Freeform 458">
                <a:extLst>
                  <a:ext uri="{FF2B5EF4-FFF2-40B4-BE49-F238E27FC236}">
                    <a16:creationId xmlns:a16="http://schemas.microsoft.com/office/drawing/2014/main" id="{CBA214B5-1EEE-E396-F393-7CB309A023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1" y="4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9" name="Freeform 459">
                <a:extLst>
                  <a:ext uri="{FF2B5EF4-FFF2-40B4-BE49-F238E27FC236}">
                    <a16:creationId xmlns:a16="http://schemas.microsoft.com/office/drawing/2014/main" id="{602E546A-FDC3-D3F2-7E25-7979BF2FD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7" y="52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0" name="Freeform 460">
                <a:extLst>
                  <a:ext uri="{FF2B5EF4-FFF2-40B4-BE49-F238E27FC236}">
                    <a16:creationId xmlns:a16="http://schemas.microsoft.com/office/drawing/2014/main" id="{66EEF6ED-5854-E46E-DF58-54C79AA74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3" y="556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1" name="Freeform 461">
                <a:extLst>
                  <a:ext uri="{FF2B5EF4-FFF2-40B4-BE49-F238E27FC236}">
                    <a16:creationId xmlns:a16="http://schemas.microsoft.com/office/drawing/2014/main" id="{62871D53-CF4F-1166-2816-FABDEA57CF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9" y="590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2" name="Freeform 462">
                <a:extLst>
                  <a:ext uri="{FF2B5EF4-FFF2-40B4-BE49-F238E27FC236}">
                    <a16:creationId xmlns:a16="http://schemas.microsoft.com/office/drawing/2014/main" id="{D04227D3-BB6A-B920-2A27-0D8498BA5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624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3" name="Freeform 463">
                <a:extLst>
                  <a:ext uri="{FF2B5EF4-FFF2-40B4-BE49-F238E27FC236}">
                    <a16:creationId xmlns:a16="http://schemas.microsoft.com/office/drawing/2014/main" id="{D98D9E2E-B9AC-F5C4-947F-82B9AF1EB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2" y="65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4" name="Freeform 464">
                <a:extLst>
                  <a:ext uri="{FF2B5EF4-FFF2-40B4-BE49-F238E27FC236}">
                    <a16:creationId xmlns:a16="http://schemas.microsoft.com/office/drawing/2014/main" id="{F857F91F-4229-E2A0-CCDD-3EF129E07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8" y="6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5" name="Freeform 465">
                <a:extLst>
                  <a:ext uri="{FF2B5EF4-FFF2-40B4-BE49-F238E27FC236}">
                    <a16:creationId xmlns:a16="http://schemas.microsoft.com/office/drawing/2014/main" id="{70AA8813-F20B-C182-474D-9266966A9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4" y="725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6" name="Freeform 466">
                <a:extLst>
                  <a:ext uri="{FF2B5EF4-FFF2-40B4-BE49-F238E27FC236}">
                    <a16:creationId xmlns:a16="http://schemas.microsoft.com/office/drawing/2014/main" id="{05850127-F6DE-4770-049B-2FE8AA667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75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7" name="Freeform 467">
                <a:extLst>
                  <a:ext uri="{FF2B5EF4-FFF2-40B4-BE49-F238E27FC236}">
                    <a16:creationId xmlns:a16="http://schemas.microsoft.com/office/drawing/2014/main" id="{A0C85A94-21E5-D64A-638F-6C651C984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793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8" name="Freeform 468">
                <a:extLst>
                  <a:ext uri="{FF2B5EF4-FFF2-40B4-BE49-F238E27FC236}">
                    <a16:creationId xmlns:a16="http://schemas.microsoft.com/office/drawing/2014/main" id="{4D13F9BC-AC85-D9F8-4981-22CAB35E3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827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9" name="Freeform 469">
                <a:extLst>
                  <a:ext uri="{FF2B5EF4-FFF2-40B4-BE49-F238E27FC236}">
                    <a16:creationId xmlns:a16="http://schemas.microsoft.com/office/drawing/2014/main" id="{F8904FFF-E950-63C0-2E7A-CD8791A02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9" y="86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0" name="Freeform 470">
                <a:extLst>
                  <a:ext uri="{FF2B5EF4-FFF2-40B4-BE49-F238E27FC236}">
                    <a16:creationId xmlns:a16="http://schemas.microsoft.com/office/drawing/2014/main" id="{D2524CE2-22BA-C3C8-D4E0-F5AE1C25D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5" y="89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1" name="Oval 471">
                <a:extLst>
                  <a:ext uri="{FF2B5EF4-FFF2-40B4-BE49-F238E27FC236}">
                    <a16:creationId xmlns:a16="http://schemas.microsoft.com/office/drawing/2014/main" id="{AB0346A1-8C21-7899-83CA-96EFEF006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2" y="92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2" name="Oval 472">
                <a:extLst>
                  <a:ext uri="{FF2B5EF4-FFF2-40B4-BE49-F238E27FC236}">
                    <a16:creationId xmlns:a16="http://schemas.microsoft.com/office/drawing/2014/main" id="{6F876700-B106-6514-10CE-72C33F35A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8" y="96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3" name="Freeform 473">
                <a:extLst>
                  <a:ext uri="{FF2B5EF4-FFF2-40B4-BE49-F238E27FC236}">
                    <a16:creationId xmlns:a16="http://schemas.microsoft.com/office/drawing/2014/main" id="{0BBD8DC7-40F7-A0B3-6D03-9D568F392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3" y="99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4" name="Freeform 474">
                <a:extLst>
                  <a:ext uri="{FF2B5EF4-FFF2-40B4-BE49-F238E27FC236}">
                    <a16:creationId xmlns:a16="http://schemas.microsoft.com/office/drawing/2014/main" id="{1EC98D95-9179-7DA6-8B0B-17D1B75AA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0" y="103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5" name="Freeform 475">
                <a:extLst>
                  <a:ext uri="{FF2B5EF4-FFF2-40B4-BE49-F238E27FC236}">
                    <a16:creationId xmlns:a16="http://schemas.microsoft.com/office/drawing/2014/main" id="{BA3EA9A0-01E7-7654-3662-EC8475E8F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1064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6" name="Freeform 476">
                <a:extLst>
                  <a:ext uri="{FF2B5EF4-FFF2-40B4-BE49-F238E27FC236}">
                    <a16:creationId xmlns:a16="http://schemas.microsoft.com/office/drawing/2014/main" id="{AA4F34CD-0920-96A2-D2AA-B3F2CC663F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2" y="109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7" name="Freeform 477">
                <a:extLst>
                  <a:ext uri="{FF2B5EF4-FFF2-40B4-BE49-F238E27FC236}">
                    <a16:creationId xmlns:a16="http://schemas.microsoft.com/office/drawing/2014/main" id="{8D2CE264-7B6D-8D28-2EFC-6E2C632BCB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" y="113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8" name="Freeform 478">
                <a:extLst>
                  <a:ext uri="{FF2B5EF4-FFF2-40B4-BE49-F238E27FC236}">
                    <a16:creationId xmlns:a16="http://schemas.microsoft.com/office/drawing/2014/main" id="{FA9177D9-D74A-8454-A91E-D74ACE30A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3" y="46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9" name="Freeform 479">
                <a:extLst>
                  <a:ext uri="{FF2B5EF4-FFF2-40B4-BE49-F238E27FC236}">
                    <a16:creationId xmlns:a16="http://schemas.microsoft.com/office/drawing/2014/main" id="{19F1F583-D938-11A2-5378-1FBA22218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0" y="495"/>
                <a:ext cx="22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0" name="Freeform 480">
                <a:extLst>
                  <a:ext uri="{FF2B5EF4-FFF2-40B4-BE49-F238E27FC236}">
                    <a16:creationId xmlns:a16="http://schemas.microsoft.com/office/drawing/2014/main" id="{26128670-C095-F820-BE6E-5E262774EE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52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1" name="Freeform 481">
                <a:extLst>
                  <a:ext uri="{FF2B5EF4-FFF2-40B4-BE49-F238E27FC236}">
                    <a16:creationId xmlns:a16="http://schemas.microsoft.com/office/drawing/2014/main" id="{5774C883-3BE4-B72C-7B41-54C7409DE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2" y="56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2" name="Freeform 482">
                <a:extLst>
                  <a:ext uri="{FF2B5EF4-FFF2-40B4-BE49-F238E27FC236}">
                    <a16:creationId xmlns:a16="http://schemas.microsoft.com/office/drawing/2014/main" id="{5DCE5F06-8019-0BDC-ACF8-4ACC6C356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596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3" name="Freeform 483">
                <a:extLst>
                  <a:ext uri="{FF2B5EF4-FFF2-40B4-BE49-F238E27FC236}">
                    <a16:creationId xmlns:a16="http://schemas.microsoft.com/office/drawing/2014/main" id="{DBF4AA42-888A-52A4-CC1C-E7FF04F8F6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4" y="6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4" name="Freeform 484">
                <a:extLst>
                  <a:ext uri="{FF2B5EF4-FFF2-40B4-BE49-F238E27FC236}">
                    <a16:creationId xmlns:a16="http://schemas.microsoft.com/office/drawing/2014/main" id="{D7C5EB79-5C6F-B9CD-EDE6-960C45963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0" y="66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5" name="Freeform 485">
                <a:extLst>
                  <a:ext uri="{FF2B5EF4-FFF2-40B4-BE49-F238E27FC236}">
                    <a16:creationId xmlns:a16="http://schemas.microsoft.com/office/drawing/2014/main" id="{8410D205-644D-8191-0ED6-D56CBA15A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" y="698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6" name="Oval 486">
                <a:extLst>
                  <a:ext uri="{FF2B5EF4-FFF2-40B4-BE49-F238E27FC236}">
                    <a16:creationId xmlns:a16="http://schemas.microsoft.com/office/drawing/2014/main" id="{D749628A-13F3-8477-F63B-74C9EE607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73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7" name="Freeform 487">
                <a:extLst>
                  <a:ext uri="{FF2B5EF4-FFF2-40B4-BE49-F238E27FC236}">
                    <a16:creationId xmlns:a16="http://schemas.microsoft.com/office/drawing/2014/main" id="{C74116B1-E314-BE74-931E-BB3D2AEE3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76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8" name="Freeform 488">
                <a:extLst>
                  <a:ext uri="{FF2B5EF4-FFF2-40B4-BE49-F238E27FC236}">
                    <a16:creationId xmlns:a16="http://schemas.microsoft.com/office/drawing/2014/main" id="{84F5CBDE-E2CA-57D1-34FE-B22DC1A56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5" y="79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9" name="Freeform 489">
                <a:extLst>
                  <a:ext uri="{FF2B5EF4-FFF2-40B4-BE49-F238E27FC236}">
                    <a16:creationId xmlns:a16="http://schemas.microsoft.com/office/drawing/2014/main" id="{1D471FE6-75F6-435D-D8A6-0A8DD4578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1" y="83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0" name="Freeform 490">
                <a:extLst>
                  <a:ext uri="{FF2B5EF4-FFF2-40B4-BE49-F238E27FC236}">
                    <a16:creationId xmlns:a16="http://schemas.microsoft.com/office/drawing/2014/main" id="{B8FBA017-F80C-D22C-5374-CF073734EB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7" y="86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1" name="Freeform 491">
                <a:extLst>
                  <a:ext uri="{FF2B5EF4-FFF2-40B4-BE49-F238E27FC236}">
                    <a16:creationId xmlns:a16="http://schemas.microsoft.com/office/drawing/2014/main" id="{D4B44E9D-7E2B-1B50-3D9F-CEA39205A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90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2" name="Oval 492">
                <a:extLst>
                  <a:ext uri="{FF2B5EF4-FFF2-40B4-BE49-F238E27FC236}">
                    <a16:creationId xmlns:a16="http://schemas.microsoft.com/office/drawing/2014/main" id="{F10EDD9B-4A70-A12D-3AA5-C376149D0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" y="93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3" name="Freeform 493">
                <a:extLst>
                  <a:ext uri="{FF2B5EF4-FFF2-40B4-BE49-F238E27FC236}">
                    <a16:creationId xmlns:a16="http://schemas.microsoft.com/office/drawing/2014/main" id="{9D3BA6AA-44BF-B7E1-F9C2-D27E40F56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96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4" name="Freeform 494">
                <a:extLst>
                  <a:ext uri="{FF2B5EF4-FFF2-40B4-BE49-F238E27FC236}">
                    <a16:creationId xmlns:a16="http://schemas.microsoft.com/office/drawing/2014/main" id="{0BAACFBE-DCF6-FB14-E558-AAEFFB503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2" y="100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5" name="Freeform 495">
                <a:extLst>
                  <a:ext uri="{FF2B5EF4-FFF2-40B4-BE49-F238E27FC236}">
                    <a16:creationId xmlns:a16="http://schemas.microsoft.com/office/drawing/2014/main" id="{3ED3E9F7-4A40-95CD-E2AD-AF3E72119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8" y="103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6" name="Freeform 496">
                <a:extLst>
                  <a:ext uri="{FF2B5EF4-FFF2-40B4-BE49-F238E27FC236}">
                    <a16:creationId xmlns:a16="http://schemas.microsoft.com/office/drawing/2014/main" id="{FDC8B4D4-A094-80F0-BCDF-E93FCD372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107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7" name="Freeform 497">
                <a:extLst>
                  <a:ext uri="{FF2B5EF4-FFF2-40B4-BE49-F238E27FC236}">
                    <a16:creationId xmlns:a16="http://schemas.microsoft.com/office/drawing/2014/main" id="{543A3671-1111-1304-AA64-038D9C3C4D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110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8" name="Oval 498">
                <a:extLst>
                  <a:ext uri="{FF2B5EF4-FFF2-40B4-BE49-F238E27FC236}">
                    <a16:creationId xmlns:a16="http://schemas.microsoft.com/office/drawing/2014/main" id="{BEF11CEA-7B13-6AC9-D850-A76BB2194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" y="4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9" name="Oval 499">
                <a:extLst>
                  <a:ext uri="{FF2B5EF4-FFF2-40B4-BE49-F238E27FC236}">
                    <a16:creationId xmlns:a16="http://schemas.microsoft.com/office/drawing/2014/main" id="{C5450B7C-9A9F-79A2-BE19-144517ECA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" y="46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0" name="Freeform 500">
                <a:extLst>
                  <a:ext uri="{FF2B5EF4-FFF2-40B4-BE49-F238E27FC236}">
                    <a16:creationId xmlns:a16="http://schemas.microsoft.com/office/drawing/2014/main" id="{6AAC0C75-64C8-8FD0-A901-D820D0741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8" y="50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1" name="Freeform 501">
                <a:extLst>
                  <a:ext uri="{FF2B5EF4-FFF2-40B4-BE49-F238E27FC236}">
                    <a16:creationId xmlns:a16="http://schemas.microsoft.com/office/drawing/2014/main" id="{93C8B8B0-51BF-209E-6CE6-026090EB31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" y="53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2" name="Freeform 502">
                <a:extLst>
                  <a:ext uri="{FF2B5EF4-FFF2-40B4-BE49-F238E27FC236}">
                    <a16:creationId xmlns:a16="http://schemas.microsoft.com/office/drawing/2014/main" id="{04C8D8AF-4E93-F35C-6CA0-11D06041B4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56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3" name="Freeform 503">
                <a:extLst>
                  <a:ext uri="{FF2B5EF4-FFF2-40B4-BE49-F238E27FC236}">
                    <a16:creationId xmlns:a16="http://schemas.microsoft.com/office/drawing/2014/main" id="{4940E601-9F2D-7CFA-04F0-CBF71A3A8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" y="602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4" name="Freeform 504">
                <a:extLst>
                  <a:ext uri="{FF2B5EF4-FFF2-40B4-BE49-F238E27FC236}">
                    <a16:creationId xmlns:a16="http://schemas.microsoft.com/office/drawing/2014/main" id="{EA6FA4C7-DC8E-07CC-5BB3-298E2043F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3" y="63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5" name="Freeform 505">
                <a:extLst>
                  <a:ext uri="{FF2B5EF4-FFF2-40B4-BE49-F238E27FC236}">
                    <a16:creationId xmlns:a16="http://schemas.microsoft.com/office/drawing/2014/main" id="{CFDC2240-2519-37C0-45F0-E816269146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9" y="67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6" name="Freeform 506">
                <a:extLst>
                  <a:ext uri="{FF2B5EF4-FFF2-40B4-BE49-F238E27FC236}">
                    <a16:creationId xmlns:a16="http://schemas.microsoft.com/office/drawing/2014/main" id="{943FA415-0229-A962-761D-04F1E2D96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5" y="70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7" name="Freeform 507">
                <a:extLst>
                  <a:ext uri="{FF2B5EF4-FFF2-40B4-BE49-F238E27FC236}">
                    <a16:creationId xmlns:a16="http://schemas.microsoft.com/office/drawing/2014/main" id="{401B8FC2-2A66-C9C7-95E8-B18C9D4921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1" y="738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8" name="Freeform 508">
                <a:extLst>
                  <a:ext uri="{FF2B5EF4-FFF2-40B4-BE49-F238E27FC236}">
                    <a16:creationId xmlns:a16="http://schemas.microsoft.com/office/drawing/2014/main" id="{60A6CB79-4467-2CFF-3E99-ADFFA91E1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7" y="771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9" name="Freeform 509">
                <a:extLst>
                  <a:ext uri="{FF2B5EF4-FFF2-40B4-BE49-F238E27FC236}">
                    <a16:creationId xmlns:a16="http://schemas.microsoft.com/office/drawing/2014/main" id="{21F4B6DC-CBD7-D6CE-A640-4227BCCEE6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4" y="805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0" name="Freeform 510">
                <a:extLst>
                  <a:ext uri="{FF2B5EF4-FFF2-40B4-BE49-F238E27FC236}">
                    <a16:creationId xmlns:a16="http://schemas.microsoft.com/office/drawing/2014/main" id="{CE45FDB0-74B5-DE9C-5BEA-48FBBCFA85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839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1" name="Freeform 511">
                <a:extLst>
                  <a:ext uri="{FF2B5EF4-FFF2-40B4-BE49-F238E27FC236}">
                    <a16:creationId xmlns:a16="http://schemas.microsoft.com/office/drawing/2014/main" id="{11219ABA-061D-C16C-A2C8-7330833CCE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8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2" name="Freeform 512">
                <a:extLst>
                  <a:ext uri="{FF2B5EF4-FFF2-40B4-BE49-F238E27FC236}">
                    <a16:creationId xmlns:a16="http://schemas.microsoft.com/office/drawing/2014/main" id="{07FB941C-4EE7-F975-4C5D-06AB2C068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2" y="90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3" name="Freeform 513">
                <a:extLst>
                  <a:ext uri="{FF2B5EF4-FFF2-40B4-BE49-F238E27FC236}">
                    <a16:creationId xmlns:a16="http://schemas.microsoft.com/office/drawing/2014/main" id="{42EB6598-972B-D124-BB2A-6726402F6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94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4" name="Oval 514">
                <a:extLst>
                  <a:ext uri="{FF2B5EF4-FFF2-40B4-BE49-F238E27FC236}">
                    <a16:creationId xmlns:a16="http://schemas.microsoft.com/office/drawing/2014/main" id="{34298BD5-4ADA-4808-AB2F-97DE20604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5" y="976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5" name="Oval 515">
                <a:extLst>
                  <a:ext uri="{FF2B5EF4-FFF2-40B4-BE49-F238E27FC236}">
                    <a16:creationId xmlns:a16="http://schemas.microsoft.com/office/drawing/2014/main" id="{88BB6F0F-EC7B-1EA2-E0B5-3DD1BDBC3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2" y="100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6" name="Freeform 516">
                <a:extLst>
                  <a:ext uri="{FF2B5EF4-FFF2-40B4-BE49-F238E27FC236}">
                    <a16:creationId xmlns:a16="http://schemas.microsoft.com/office/drawing/2014/main" id="{DEF42FAE-E9DB-81B7-A73E-91F0579CD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7" y="1042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7" name="Freeform 517">
                <a:extLst>
                  <a:ext uri="{FF2B5EF4-FFF2-40B4-BE49-F238E27FC236}">
                    <a16:creationId xmlns:a16="http://schemas.microsoft.com/office/drawing/2014/main" id="{38E0EF75-0CD8-2477-A7D7-244FC0C27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3" y="10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8" name="Oval 518">
                <a:extLst>
                  <a:ext uri="{FF2B5EF4-FFF2-40B4-BE49-F238E27FC236}">
                    <a16:creationId xmlns:a16="http://schemas.microsoft.com/office/drawing/2014/main" id="{A8157DB4-4CD8-6351-0044-592460172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9" y="4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9" name="Freeform 519">
                <a:extLst>
                  <a:ext uri="{FF2B5EF4-FFF2-40B4-BE49-F238E27FC236}">
                    <a16:creationId xmlns:a16="http://schemas.microsoft.com/office/drawing/2014/main" id="{1749D774-2D5F-CC90-2E61-DA0CDE4F2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4" y="43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0" name="Freeform 520">
                <a:extLst>
                  <a:ext uri="{FF2B5EF4-FFF2-40B4-BE49-F238E27FC236}">
                    <a16:creationId xmlns:a16="http://schemas.microsoft.com/office/drawing/2014/main" id="{B9D2B031-CCCD-8566-F090-002BE42EB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0" y="4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1" name="Freeform 521">
                <a:extLst>
                  <a:ext uri="{FF2B5EF4-FFF2-40B4-BE49-F238E27FC236}">
                    <a16:creationId xmlns:a16="http://schemas.microsoft.com/office/drawing/2014/main" id="{24D515AD-598C-24AD-2D22-880818B9F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" y="507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2" name="Freeform 522">
                <a:extLst>
                  <a:ext uri="{FF2B5EF4-FFF2-40B4-BE49-F238E27FC236}">
                    <a16:creationId xmlns:a16="http://schemas.microsoft.com/office/drawing/2014/main" id="{00DC32DE-BC85-9379-8AAA-779559DE4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3" y="54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3" name="Freeform 523">
                <a:extLst>
                  <a:ext uri="{FF2B5EF4-FFF2-40B4-BE49-F238E27FC236}">
                    <a16:creationId xmlns:a16="http://schemas.microsoft.com/office/drawing/2014/main" id="{8661BAFC-C69D-E310-D80C-BD30B2E4C1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9" y="57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4" name="Freeform 524">
                <a:extLst>
                  <a:ext uri="{FF2B5EF4-FFF2-40B4-BE49-F238E27FC236}">
                    <a16:creationId xmlns:a16="http://schemas.microsoft.com/office/drawing/2014/main" id="{61F19817-4997-500B-F0C0-0B5BB522B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5" y="60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5" name="Freeform 525">
                <a:extLst>
                  <a:ext uri="{FF2B5EF4-FFF2-40B4-BE49-F238E27FC236}">
                    <a16:creationId xmlns:a16="http://schemas.microsoft.com/office/drawing/2014/main" id="{B9221ED8-57C3-F901-1F1C-02F680086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1" y="64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6" name="Freeform 526">
                <a:extLst>
                  <a:ext uri="{FF2B5EF4-FFF2-40B4-BE49-F238E27FC236}">
                    <a16:creationId xmlns:a16="http://schemas.microsoft.com/office/drawing/2014/main" id="{95ED4455-58BA-FB82-6332-BFF7A8DA6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" y="6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7" name="Freeform 527">
                <a:extLst>
                  <a:ext uri="{FF2B5EF4-FFF2-40B4-BE49-F238E27FC236}">
                    <a16:creationId xmlns:a16="http://schemas.microsoft.com/office/drawing/2014/main" id="{220F4EDB-99DE-2AAF-4AFC-BEB655951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710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8" name="Freeform 528">
                <a:extLst>
                  <a:ext uri="{FF2B5EF4-FFF2-40B4-BE49-F238E27FC236}">
                    <a16:creationId xmlns:a16="http://schemas.microsoft.com/office/drawing/2014/main" id="{56797550-33FD-4928-01E7-C9415CFF8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0" y="74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9" name="Freeform 529">
                <a:extLst>
                  <a:ext uri="{FF2B5EF4-FFF2-40B4-BE49-F238E27FC236}">
                    <a16:creationId xmlns:a16="http://schemas.microsoft.com/office/drawing/2014/main" id="{27E6D6C9-C580-A562-4656-C9252B57A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77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0" name="Freeform 530">
                <a:extLst>
                  <a:ext uri="{FF2B5EF4-FFF2-40B4-BE49-F238E27FC236}">
                    <a16:creationId xmlns:a16="http://schemas.microsoft.com/office/drawing/2014/main" id="{128E4638-FD9F-7DB3-52B3-5D74700E8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812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1" name="Freeform 531">
                <a:extLst>
                  <a:ext uri="{FF2B5EF4-FFF2-40B4-BE49-F238E27FC236}">
                    <a16:creationId xmlns:a16="http://schemas.microsoft.com/office/drawing/2014/main" id="{7FC5CAB3-148D-0409-8750-297656B47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845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2" name="Freeform 532">
                <a:extLst>
                  <a:ext uri="{FF2B5EF4-FFF2-40B4-BE49-F238E27FC236}">
                    <a16:creationId xmlns:a16="http://schemas.microsoft.com/office/drawing/2014/main" id="{C48BB0E8-8892-A180-2C51-C5FA8F92D9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87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3" name="Freeform 533">
                <a:extLst>
                  <a:ext uri="{FF2B5EF4-FFF2-40B4-BE49-F238E27FC236}">
                    <a16:creationId xmlns:a16="http://schemas.microsoft.com/office/drawing/2014/main" id="{A174CE65-F604-ED3E-243F-B67E607A0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" y="913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4" name="Oval 534">
                <a:extLst>
                  <a:ext uri="{FF2B5EF4-FFF2-40B4-BE49-F238E27FC236}">
                    <a16:creationId xmlns:a16="http://schemas.microsoft.com/office/drawing/2014/main" id="{D3FD18F5-227C-D057-5191-B31560FF0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9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5" name="Oval 535">
                <a:extLst>
                  <a:ext uri="{FF2B5EF4-FFF2-40B4-BE49-F238E27FC236}">
                    <a16:creationId xmlns:a16="http://schemas.microsoft.com/office/drawing/2014/main" id="{AE9F8709-2F57-5C22-B4A9-BAEDAC1C3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4" y="98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6" name="Freeform 536">
                <a:extLst>
                  <a:ext uri="{FF2B5EF4-FFF2-40B4-BE49-F238E27FC236}">
                    <a16:creationId xmlns:a16="http://schemas.microsoft.com/office/drawing/2014/main" id="{79B44C10-8052-2648-2BFC-B38E23713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015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7" name="Freeform 537">
                <a:extLst>
                  <a:ext uri="{FF2B5EF4-FFF2-40B4-BE49-F238E27FC236}">
                    <a16:creationId xmlns:a16="http://schemas.microsoft.com/office/drawing/2014/main" id="{AAC9B79E-D650-5A92-EFD5-691A9458E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5" y="104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8" name="Freeform 538">
                <a:extLst>
                  <a:ext uri="{FF2B5EF4-FFF2-40B4-BE49-F238E27FC236}">
                    <a16:creationId xmlns:a16="http://schemas.microsoft.com/office/drawing/2014/main" id="{2340247A-1AB4-82D8-02BD-5B1D084A86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37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9" name="Freeform 539">
                <a:extLst>
                  <a:ext uri="{FF2B5EF4-FFF2-40B4-BE49-F238E27FC236}">
                    <a16:creationId xmlns:a16="http://schemas.microsoft.com/office/drawing/2014/main" id="{209B6BA8-D6C2-38CB-23DB-6B5FE2F725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41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0" name="Oval 540">
                <a:extLst>
                  <a:ext uri="{FF2B5EF4-FFF2-40B4-BE49-F238E27FC236}">
                    <a16:creationId xmlns:a16="http://schemas.microsoft.com/office/drawing/2014/main" id="{9E4A748B-FEBB-D809-998F-E44E60536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447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1" name="Oval 541">
                <a:extLst>
                  <a:ext uri="{FF2B5EF4-FFF2-40B4-BE49-F238E27FC236}">
                    <a16:creationId xmlns:a16="http://schemas.microsoft.com/office/drawing/2014/main" id="{194EE8FE-26AC-CAAA-C398-DF459CDDC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" y="48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2" name="Freeform 542">
                <a:extLst>
                  <a:ext uri="{FF2B5EF4-FFF2-40B4-BE49-F238E27FC236}">
                    <a16:creationId xmlns:a16="http://schemas.microsoft.com/office/drawing/2014/main" id="{4BB40038-354F-DD98-87E3-C1FBD6000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51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3" name="Freeform 543">
                <a:extLst>
                  <a:ext uri="{FF2B5EF4-FFF2-40B4-BE49-F238E27FC236}">
                    <a16:creationId xmlns:a16="http://schemas.microsoft.com/office/drawing/2014/main" id="{F401A7C7-1705-29D2-16F0-0AFEAE192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1" y="54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4" name="Freeform 544">
                <a:extLst>
                  <a:ext uri="{FF2B5EF4-FFF2-40B4-BE49-F238E27FC236}">
                    <a16:creationId xmlns:a16="http://schemas.microsoft.com/office/drawing/2014/main" id="{0A33CFB1-153A-280B-72F3-B76D1A2CE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8" y="58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5" name="Freeform 545">
                <a:extLst>
                  <a:ext uri="{FF2B5EF4-FFF2-40B4-BE49-F238E27FC236}">
                    <a16:creationId xmlns:a16="http://schemas.microsoft.com/office/drawing/2014/main" id="{1C206DFA-5775-2986-6E21-48042B8A3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4" y="615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6" name="Freeform 546">
                <a:extLst>
                  <a:ext uri="{FF2B5EF4-FFF2-40B4-BE49-F238E27FC236}">
                    <a16:creationId xmlns:a16="http://schemas.microsoft.com/office/drawing/2014/main" id="{85EFB433-1257-C117-A5B3-C54E4C0E7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649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7" name="Oval 547">
                <a:extLst>
                  <a:ext uri="{FF2B5EF4-FFF2-40B4-BE49-F238E27FC236}">
                    <a16:creationId xmlns:a16="http://schemas.microsoft.com/office/drawing/2014/main" id="{FFB5AA1A-556B-C76C-9C57-F845A45CE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7" y="68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8" name="Freeform 548">
                <a:extLst>
                  <a:ext uri="{FF2B5EF4-FFF2-40B4-BE49-F238E27FC236}">
                    <a16:creationId xmlns:a16="http://schemas.microsoft.com/office/drawing/2014/main" id="{040BD4B8-91E1-9733-1560-3DF2D8767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" y="71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9" name="Freeform 549">
                <a:extLst>
                  <a:ext uri="{FF2B5EF4-FFF2-40B4-BE49-F238E27FC236}">
                    <a16:creationId xmlns:a16="http://schemas.microsoft.com/office/drawing/2014/main" id="{499FF074-2B57-773E-6874-AF7A75305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8" y="75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0" name="Freeform 550">
                <a:extLst>
                  <a:ext uri="{FF2B5EF4-FFF2-40B4-BE49-F238E27FC236}">
                    <a16:creationId xmlns:a16="http://schemas.microsoft.com/office/drawing/2014/main" id="{35F03C54-EBC4-12D5-B2B7-EA055B23D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78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1" name="Freeform 551">
                <a:extLst>
                  <a:ext uri="{FF2B5EF4-FFF2-40B4-BE49-F238E27FC236}">
                    <a16:creationId xmlns:a16="http://schemas.microsoft.com/office/drawing/2014/main" id="{C61D5745-23FA-2D74-77D7-BA0D43305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1" y="818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2" name="Freeform 552">
                <a:extLst>
                  <a:ext uri="{FF2B5EF4-FFF2-40B4-BE49-F238E27FC236}">
                    <a16:creationId xmlns:a16="http://schemas.microsoft.com/office/drawing/2014/main" id="{2F9D48E7-AD77-CEE9-ACB2-9645C4011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7" y="852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3" name="Freeform 553">
                <a:extLst>
                  <a:ext uri="{FF2B5EF4-FFF2-40B4-BE49-F238E27FC236}">
                    <a16:creationId xmlns:a16="http://schemas.microsoft.com/office/drawing/2014/main" id="{49B32B13-91F7-97CD-393E-64C868A55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885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4" name="Freeform 554">
                <a:extLst>
                  <a:ext uri="{FF2B5EF4-FFF2-40B4-BE49-F238E27FC236}">
                    <a16:creationId xmlns:a16="http://schemas.microsoft.com/office/drawing/2014/main" id="{E0755AE0-97F3-4A31-FA93-438A7EF60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" y="9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5" name="Freeform 555">
                <a:extLst>
                  <a:ext uri="{FF2B5EF4-FFF2-40B4-BE49-F238E27FC236}">
                    <a16:creationId xmlns:a16="http://schemas.microsoft.com/office/drawing/2014/main" id="{8E8FB318-5D0C-7167-1E43-8425E7FB30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" y="95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6" name="Freeform 556">
                <a:extLst>
                  <a:ext uri="{FF2B5EF4-FFF2-40B4-BE49-F238E27FC236}">
                    <a16:creationId xmlns:a16="http://schemas.microsoft.com/office/drawing/2014/main" id="{13833152-5A0F-9D29-C2B0-1065786AA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1" y="98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7" name="Oval 557">
                <a:extLst>
                  <a:ext uri="{FF2B5EF4-FFF2-40B4-BE49-F238E27FC236}">
                    <a16:creationId xmlns:a16="http://schemas.microsoft.com/office/drawing/2014/main" id="{EE9FAD5D-CCAB-DF22-850F-F4360F34E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9" y="102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8" name="Freeform 558">
                <a:extLst>
                  <a:ext uri="{FF2B5EF4-FFF2-40B4-BE49-F238E27FC236}">
                    <a16:creationId xmlns:a16="http://schemas.microsoft.com/office/drawing/2014/main" id="{B10A47BC-A568-28E6-77BC-51301F6A4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3" y="35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9" name="Freeform 559">
                <a:extLst>
                  <a:ext uri="{FF2B5EF4-FFF2-40B4-BE49-F238E27FC236}">
                    <a16:creationId xmlns:a16="http://schemas.microsoft.com/office/drawing/2014/main" id="{C90979E0-4DF3-3D04-5285-6FE12969F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9" y="38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0" name="Oval 560">
                <a:extLst>
                  <a:ext uri="{FF2B5EF4-FFF2-40B4-BE49-F238E27FC236}">
                    <a16:creationId xmlns:a16="http://schemas.microsoft.com/office/drawing/2014/main" id="{10960D58-A33B-1A7A-D7E1-FD1C516AA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41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1" name="Oval 561">
                <a:extLst>
                  <a:ext uri="{FF2B5EF4-FFF2-40B4-BE49-F238E27FC236}">
                    <a16:creationId xmlns:a16="http://schemas.microsoft.com/office/drawing/2014/main" id="{57F311ED-4D9A-634B-50C0-565A71AF9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45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2" name="Freeform 562">
                <a:extLst>
                  <a:ext uri="{FF2B5EF4-FFF2-40B4-BE49-F238E27FC236}">
                    <a16:creationId xmlns:a16="http://schemas.microsoft.com/office/drawing/2014/main" id="{8277544C-33B9-9459-D036-651B9E0613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" y="486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3" name="Freeform 563">
                <a:extLst>
                  <a:ext uri="{FF2B5EF4-FFF2-40B4-BE49-F238E27FC236}">
                    <a16:creationId xmlns:a16="http://schemas.microsoft.com/office/drawing/2014/main" id="{E51F1A1D-5F64-2EC8-DCDB-EF04FBC75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5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4" name="Freeform 564">
                <a:extLst>
                  <a:ext uri="{FF2B5EF4-FFF2-40B4-BE49-F238E27FC236}">
                    <a16:creationId xmlns:a16="http://schemas.microsoft.com/office/drawing/2014/main" id="{E5AC3EB9-4F3D-63CC-58AF-BFF0286A2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55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5" name="Freeform 565">
                <a:extLst>
                  <a:ext uri="{FF2B5EF4-FFF2-40B4-BE49-F238E27FC236}">
                    <a16:creationId xmlns:a16="http://schemas.microsoft.com/office/drawing/2014/main" id="{BFE49F1A-CFD7-9D27-4A69-F3A8ACAF8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6" y="58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6" name="Freeform 566">
                <a:extLst>
                  <a:ext uri="{FF2B5EF4-FFF2-40B4-BE49-F238E27FC236}">
                    <a16:creationId xmlns:a16="http://schemas.microsoft.com/office/drawing/2014/main" id="{4A70A06D-494F-2FC4-45A5-F3CE0C3B6D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62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7" name="Freeform 567">
                <a:extLst>
                  <a:ext uri="{FF2B5EF4-FFF2-40B4-BE49-F238E27FC236}">
                    <a16:creationId xmlns:a16="http://schemas.microsoft.com/office/drawing/2014/main" id="{D00A575A-6351-5D33-B805-14C6F6222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" y="65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8" name="Freeform 568">
                <a:extLst>
                  <a:ext uri="{FF2B5EF4-FFF2-40B4-BE49-F238E27FC236}">
                    <a16:creationId xmlns:a16="http://schemas.microsoft.com/office/drawing/2014/main" id="{2A612E0E-B157-E77D-BBEC-357F22FC1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689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9" name="Freeform 569">
                <a:extLst>
                  <a:ext uri="{FF2B5EF4-FFF2-40B4-BE49-F238E27FC236}">
                    <a16:creationId xmlns:a16="http://schemas.microsoft.com/office/drawing/2014/main" id="{CC9D754C-9FFE-307D-D6B7-681657C9F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1" y="722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0" name="Freeform 570">
                <a:extLst>
                  <a:ext uri="{FF2B5EF4-FFF2-40B4-BE49-F238E27FC236}">
                    <a16:creationId xmlns:a16="http://schemas.microsoft.com/office/drawing/2014/main" id="{CBA64139-223D-87A6-15A6-DDB19F615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" y="756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1" name="Freeform 571">
                <a:extLst>
                  <a:ext uri="{FF2B5EF4-FFF2-40B4-BE49-F238E27FC236}">
                    <a16:creationId xmlns:a16="http://schemas.microsoft.com/office/drawing/2014/main" id="{812DBBEA-B640-3020-BB2B-E223CD9E5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3" y="79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2" name="Freeform 572">
                <a:extLst>
                  <a:ext uri="{FF2B5EF4-FFF2-40B4-BE49-F238E27FC236}">
                    <a16:creationId xmlns:a16="http://schemas.microsoft.com/office/drawing/2014/main" id="{8FA810AB-F137-398A-3C86-AAAD9D9DF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82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3" name="Freeform 573">
                <a:extLst>
                  <a:ext uri="{FF2B5EF4-FFF2-40B4-BE49-F238E27FC236}">
                    <a16:creationId xmlns:a16="http://schemas.microsoft.com/office/drawing/2014/main" id="{089DF105-CE85-117C-AAF8-D539C8C65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5" y="8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4" name="Freeform 574">
                <a:extLst>
                  <a:ext uri="{FF2B5EF4-FFF2-40B4-BE49-F238E27FC236}">
                    <a16:creationId xmlns:a16="http://schemas.microsoft.com/office/drawing/2014/main" id="{16EADDBF-0675-FEFB-2572-D13D2C36F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892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5" name="Freeform 575">
                <a:extLst>
                  <a:ext uri="{FF2B5EF4-FFF2-40B4-BE49-F238E27FC236}">
                    <a16:creationId xmlns:a16="http://schemas.microsoft.com/office/drawing/2014/main" id="{BBE0FA09-01FD-008C-D730-77B5A4598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92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6" name="Freeform 576">
                <a:extLst>
                  <a:ext uri="{FF2B5EF4-FFF2-40B4-BE49-F238E27FC236}">
                    <a16:creationId xmlns:a16="http://schemas.microsoft.com/office/drawing/2014/main" id="{3E75B0C1-8AD2-0583-83C9-F3128772B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959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7" name="Oval 577">
                <a:extLst>
                  <a:ext uri="{FF2B5EF4-FFF2-40B4-BE49-F238E27FC236}">
                    <a16:creationId xmlns:a16="http://schemas.microsoft.com/office/drawing/2014/main" id="{E10FEEFD-163C-979E-B13C-574A7DA34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1" y="99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8" name="Freeform 578">
                <a:extLst>
                  <a:ext uri="{FF2B5EF4-FFF2-40B4-BE49-F238E27FC236}">
                    <a16:creationId xmlns:a16="http://schemas.microsoft.com/office/drawing/2014/main" id="{908E7C32-82A8-0987-C3F1-7AE352AEA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323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9" name="Freeform 579">
                <a:extLst>
                  <a:ext uri="{FF2B5EF4-FFF2-40B4-BE49-F238E27FC236}">
                    <a16:creationId xmlns:a16="http://schemas.microsoft.com/office/drawing/2014/main" id="{A7EA053E-F954-543D-D428-C26E47325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1" y="35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0" name="Freeform 580">
                <a:extLst>
                  <a:ext uri="{FF2B5EF4-FFF2-40B4-BE49-F238E27FC236}">
                    <a16:creationId xmlns:a16="http://schemas.microsoft.com/office/drawing/2014/main" id="{44BF114B-FBDC-4616-E865-A8D45392B6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8" y="39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1" name="Freeform 581">
                <a:extLst>
                  <a:ext uri="{FF2B5EF4-FFF2-40B4-BE49-F238E27FC236}">
                    <a16:creationId xmlns:a16="http://schemas.microsoft.com/office/drawing/2014/main" id="{8A1C3891-3678-545D-2CC8-D80D63C37F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42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2" name="Freeform 582">
                <a:extLst>
                  <a:ext uri="{FF2B5EF4-FFF2-40B4-BE49-F238E27FC236}">
                    <a16:creationId xmlns:a16="http://schemas.microsoft.com/office/drawing/2014/main" id="{38C3519C-969B-05BF-B7A0-E9326D002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4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3" name="Oval 583">
                <a:extLst>
                  <a:ext uri="{FF2B5EF4-FFF2-40B4-BE49-F238E27FC236}">
                    <a16:creationId xmlns:a16="http://schemas.microsoft.com/office/drawing/2014/main" id="{9C9E0F4B-0A07-BB3D-91A4-4BB84406C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49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4" name="Freeform 584">
                <a:extLst>
                  <a:ext uri="{FF2B5EF4-FFF2-40B4-BE49-F238E27FC236}">
                    <a16:creationId xmlns:a16="http://schemas.microsoft.com/office/drawing/2014/main" id="{43BB9FA1-CBC7-7B72-4409-7AB2609A54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2" y="526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5" name="Freeform 585">
                <a:extLst>
                  <a:ext uri="{FF2B5EF4-FFF2-40B4-BE49-F238E27FC236}">
                    <a16:creationId xmlns:a16="http://schemas.microsoft.com/office/drawing/2014/main" id="{DA8A2C49-8AE4-6E3E-09EF-30D1A741C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8" y="560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6" name="Freeform 586">
                <a:extLst>
                  <a:ext uri="{FF2B5EF4-FFF2-40B4-BE49-F238E27FC236}">
                    <a16:creationId xmlns:a16="http://schemas.microsoft.com/office/drawing/2014/main" id="{0293379C-017C-0BC3-C3A7-294E3591D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5" y="593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7" name="Freeform 587">
                <a:extLst>
                  <a:ext uri="{FF2B5EF4-FFF2-40B4-BE49-F238E27FC236}">
                    <a16:creationId xmlns:a16="http://schemas.microsoft.com/office/drawing/2014/main" id="{72C3E303-7609-FE26-1EAD-966B7BD7A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62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8" name="Freeform 588">
                <a:extLst>
                  <a:ext uri="{FF2B5EF4-FFF2-40B4-BE49-F238E27FC236}">
                    <a16:creationId xmlns:a16="http://schemas.microsoft.com/office/drawing/2014/main" id="{A96609C3-2496-2223-9845-7C2F1CBC2A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7" y="661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9" name="Oval 589">
                <a:extLst>
                  <a:ext uri="{FF2B5EF4-FFF2-40B4-BE49-F238E27FC236}">
                    <a16:creationId xmlns:a16="http://schemas.microsoft.com/office/drawing/2014/main" id="{245B44DA-184D-843B-FD86-D37E3B3260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4" y="69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0" name="Oval 590">
                <a:extLst>
                  <a:ext uri="{FF2B5EF4-FFF2-40B4-BE49-F238E27FC236}">
                    <a16:creationId xmlns:a16="http://schemas.microsoft.com/office/drawing/2014/main" id="{4EC78AA7-ADA5-7C46-B8FA-5CE153F5F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0" y="73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1" name="Freeform 591">
                <a:extLst>
                  <a:ext uri="{FF2B5EF4-FFF2-40B4-BE49-F238E27FC236}">
                    <a16:creationId xmlns:a16="http://schemas.microsoft.com/office/drawing/2014/main" id="{D6BB5D2C-343F-6761-5CD8-11C3AE208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5" y="763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2" name="Freeform 592">
                <a:extLst>
                  <a:ext uri="{FF2B5EF4-FFF2-40B4-BE49-F238E27FC236}">
                    <a16:creationId xmlns:a16="http://schemas.microsoft.com/office/drawing/2014/main" id="{9DE1BA4E-7A55-8878-C935-FB23EC8573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2" y="796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3" name="Freeform 593">
                <a:extLst>
                  <a:ext uri="{FF2B5EF4-FFF2-40B4-BE49-F238E27FC236}">
                    <a16:creationId xmlns:a16="http://schemas.microsoft.com/office/drawing/2014/main" id="{5411A107-49EC-EF2B-FCD7-CD1A83F97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8" y="8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4" name="Freeform 594">
                <a:extLst>
                  <a:ext uri="{FF2B5EF4-FFF2-40B4-BE49-F238E27FC236}">
                    <a16:creationId xmlns:a16="http://schemas.microsoft.com/office/drawing/2014/main" id="{9AE077CF-0CAF-7814-FC32-A2150935C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" y="864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5" name="Freeform 595">
                <a:extLst>
                  <a:ext uri="{FF2B5EF4-FFF2-40B4-BE49-F238E27FC236}">
                    <a16:creationId xmlns:a16="http://schemas.microsoft.com/office/drawing/2014/main" id="{BBA2F2EF-CC4F-17A9-6668-924E269EC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89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6" name="Freeform 596">
                <a:extLst>
                  <a:ext uri="{FF2B5EF4-FFF2-40B4-BE49-F238E27FC236}">
                    <a16:creationId xmlns:a16="http://schemas.microsoft.com/office/drawing/2014/main" id="{563C9D12-CB88-2648-91D7-73327F8A2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932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7" name="Freeform 597">
                <a:extLst>
                  <a:ext uri="{FF2B5EF4-FFF2-40B4-BE49-F238E27FC236}">
                    <a16:creationId xmlns:a16="http://schemas.microsoft.com/office/drawing/2014/main" id="{E58B0DC6-924D-7C4C-5D16-CAA756530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2" y="96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8" name="Freeform 598">
                <a:extLst>
                  <a:ext uri="{FF2B5EF4-FFF2-40B4-BE49-F238E27FC236}">
                    <a16:creationId xmlns:a16="http://schemas.microsoft.com/office/drawing/2014/main" id="{146B0E63-AC0C-288E-FD71-48CF63E5F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8" y="29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9" name="Freeform 599">
                <a:extLst>
                  <a:ext uri="{FF2B5EF4-FFF2-40B4-BE49-F238E27FC236}">
                    <a16:creationId xmlns:a16="http://schemas.microsoft.com/office/drawing/2014/main" id="{F634CAFD-71A4-E308-A9C6-F8269A8C4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32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0" name="Freeform 600">
                <a:extLst>
                  <a:ext uri="{FF2B5EF4-FFF2-40B4-BE49-F238E27FC236}">
                    <a16:creationId xmlns:a16="http://schemas.microsoft.com/office/drawing/2014/main" id="{FD0CD5FC-C114-A097-0FD0-05A8E139F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36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1" name="Freeform 601">
                <a:extLst>
                  <a:ext uri="{FF2B5EF4-FFF2-40B4-BE49-F238E27FC236}">
                    <a16:creationId xmlns:a16="http://schemas.microsoft.com/office/drawing/2014/main" id="{B117FF22-BE8D-D9B4-B7ED-53AB70DD0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6" y="397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2" name="Freeform 602">
                <a:extLst>
                  <a:ext uri="{FF2B5EF4-FFF2-40B4-BE49-F238E27FC236}">
                    <a16:creationId xmlns:a16="http://schemas.microsoft.com/office/drawing/2014/main" id="{8B8826C3-B168-C5FF-DB5D-811AA19CC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2" y="43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3" name="Oval 603">
                <a:extLst>
                  <a:ext uri="{FF2B5EF4-FFF2-40B4-BE49-F238E27FC236}">
                    <a16:creationId xmlns:a16="http://schemas.microsoft.com/office/drawing/2014/main" id="{68CFA75E-06C5-E40E-18F1-19845EDA75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46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4" name="Oval 604">
                <a:extLst>
                  <a:ext uri="{FF2B5EF4-FFF2-40B4-BE49-F238E27FC236}">
                    <a16:creationId xmlns:a16="http://schemas.microsoft.com/office/drawing/2014/main" id="{2D7DB1C4-524B-80CF-668B-9E188F3A3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6" y="49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5" name="Freeform 605">
                <a:extLst>
                  <a:ext uri="{FF2B5EF4-FFF2-40B4-BE49-F238E27FC236}">
                    <a16:creationId xmlns:a16="http://schemas.microsoft.com/office/drawing/2014/main" id="{CE13C7FB-FF04-0160-EA86-504EF699F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" y="53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6" name="Freeform 606">
                <a:extLst>
                  <a:ext uri="{FF2B5EF4-FFF2-40B4-BE49-F238E27FC236}">
                    <a16:creationId xmlns:a16="http://schemas.microsoft.com/office/drawing/2014/main" id="{5A06CED8-7324-925A-43B1-B0C2269FD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7" y="56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sp>
          <p:nvSpPr>
            <p:cNvPr id="316" name="Freeform 608">
              <a:extLst>
                <a:ext uri="{FF2B5EF4-FFF2-40B4-BE49-F238E27FC236}">
                  <a16:creationId xmlns:a16="http://schemas.microsoft.com/office/drawing/2014/main" id="{C3D28943-1F76-9B00-6918-A2A079E12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9665" y="952500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7" name="Freeform 609">
              <a:extLst>
                <a:ext uri="{FF2B5EF4-FFF2-40B4-BE49-F238E27FC236}">
                  <a16:creationId xmlns:a16="http://schemas.microsoft.com/office/drawing/2014/main" id="{3993562D-4A3D-1C6F-7574-57A665EE7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690" y="1004888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8" name="Freeform 610">
              <a:extLst>
                <a:ext uri="{FF2B5EF4-FFF2-40B4-BE49-F238E27FC236}">
                  <a16:creationId xmlns:a16="http://schemas.microsoft.com/office/drawing/2014/main" id="{2AE9E574-7C6B-06AE-960F-36CAE7E24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303" y="1058863"/>
              <a:ext cx="34925" cy="36513"/>
            </a:xfrm>
            <a:custGeom>
              <a:avLst/>
              <a:gdLst>
                <a:gd name="T0" fmla="*/ 195 w 1094"/>
                <a:gd name="T1" fmla="*/ 900 h 1094"/>
                <a:gd name="T2" fmla="*/ 195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5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9" name="Freeform 611">
              <a:extLst>
                <a:ext uri="{FF2B5EF4-FFF2-40B4-BE49-F238E27FC236}">
                  <a16:creationId xmlns:a16="http://schemas.microsoft.com/office/drawing/2014/main" id="{4984A037-C42D-9FC8-80E8-243118E13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9328" y="1112838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0" name="Freeform 612">
              <a:extLst>
                <a:ext uri="{FF2B5EF4-FFF2-40B4-BE49-F238E27FC236}">
                  <a16:creationId xmlns:a16="http://schemas.microsoft.com/office/drawing/2014/main" id="{8F1A44B5-FD2E-EB0C-226B-BBC16E29D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5353" y="1166813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1" name="Freeform 613">
              <a:extLst>
                <a:ext uri="{FF2B5EF4-FFF2-40B4-BE49-F238E27FC236}">
                  <a16:creationId xmlns:a16="http://schemas.microsoft.com/office/drawing/2014/main" id="{EFF100DA-2F55-7F56-9BFE-30FC0ECA7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378" y="12207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2" name="Freeform 614">
              <a:extLst>
                <a:ext uri="{FF2B5EF4-FFF2-40B4-BE49-F238E27FC236}">
                  <a16:creationId xmlns:a16="http://schemas.microsoft.com/office/drawing/2014/main" id="{C82697BD-2FB5-C6CD-4D41-9D9A39E71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7403" y="127476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3" name="Freeform 615">
              <a:extLst>
                <a:ext uri="{FF2B5EF4-FFF2-40B4-BE49-F238E27FC236}">
                  <a16:creationId xmlns:a16="http://schemas.microsoft.com/office/drawing/2014/main" id="{10A61E01-58BF-CC08-2AC5-3AF4EA1B4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3428" y="132715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4" name="Freeform 616">
              <a:extLst>
                <a:ext uri="{FF2B5EF4-FFF2-40B4-BE49-F238E27FC236}">
                  <a16:creationId xmlns:a16="http://schemas.microsoft.com/office/drawing/2014/main" id="{AC2286FC-A315-3CB1-10BF-FD262D87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453" y="1381125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5" name="Freeform 617">
              <a:extLst>
                <a:ext uri="{FF2B5EF4-FFF2-40B4-BE49-F238E27FC236}">
                  <a16:creationId xmlns:a16="http://schemas.microsoft.com/office/drawing/2014/main" id="{1CFEDBBB-E028-8ECF-5E3F-B78E7B48E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065" y="1435100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6" name="Freeform 618">
              <a:extLst>
                <a:ext uri="{FF2B5EF4-FFF2-40B4-BE49-F238E27FC236}">
                  <a16:creationId xmlns:a16="http://schemas.microsoft.com/office/drawing/2014/main" id="{6FD11C11-882E-AFF0-DF6A-AA1185A4A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3090" y="1489075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>
            <a:spLocks noGrp="1"/>
          </p:cNvSpPr>
          <p:nvPr>
            <p:ph type="title"/>
          </p:nvPr>
        </p:nvSpPr>
        <p:spPr>
          <a:xfrm>
            <a:off x="723900" y="3844151"/>
            <a:ext cx="7696199" cy="74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Freeform 352">
            <a:extLst>
              <a:ext uri="{FF2B5EF4-FFF2-40B4-BE49-F238E27FC236}">
                <a16:creationId xmlns:a16="http://schemas.microsoft.com/office/drawing/2014/main" id="{C2D948E4-9D9D-878D-BB8B-CFD836ED4340}"/>
              </a:ext>
            </a:extLst>
          </p:cNvPr>
          <p:cNvSpPr>
            <a:spLocks/>
          </p:cNvSpPr>
          <p:nvPr userDrawn="1"/>
        </p:nvSpPr>
        <p:spPr bwMode="auto">
          <a:xfrm flipH="1" flipV="1">
            <a:off x="-605116" y="4164123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3" name="Group 283">
            <a:extLst>
              <a:ext uri="{FF2B5EF4-FFF2-40B4-BE49-F238E27FC236}">
                <a16:creationId xmlns:a16="http://schemas.microsoft.com/office/drawing/2014/main" id="{2E5B0284-586B-845D-EF06-ABA4B5422B2D}"/>
              </a:ext>
            </a:extLst>
          </p:cNvPr>
          <p:cNvGrpSpPr/>
          <p:nvPr userDrawn="1"/>
        </p:nvGrpSpPr>
        <p:grpSpPr>
          <a:xfrm>
            <a:off x="7651434" y="-142378"/>
            <a:ext cx="1658248" cy="1282517"/>
            <a:chOff x="5136226" y="2246221"/>
            <a:chExt cx="1254126" cy="969962"/>
          </a:xfrm>
        </p:grpSpPr>
        <p:sp>
          <p:nvSpPr>
            <p:cNvPr id="4" name="Freeform 353">
              <a:extLst>
                <a:ext uri="{FF2B5EF4-FFF2-40B4-BE49-F238E27FC236}">
                  <a16:creationId xmlns:a16="http://schemas.microsoft.com/office/drawing/2014/main" id="{F64F8B81-BC46-8D68-6533-3E8C54DCE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8964" y="2246221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354">
              <a:extLst>
                <a:ext uri="{FF2B5EF4-FFF2-40B4-BE49-F238E27FC236}">
                  <a16:creationId xmlns:a16="http://schemas.microsoft.com/office/drawing/2014/main" id="{CD9FF8A0-F1F4-8676-A214-4F00E3837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6226" y="2558958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355">
              <a:extLst>
                <a:ext uri="{FF2B5EF4-FFF2-40B4-BE49-F238E27FC236}">
                  <a16:creationId xmlns:a16="http://schemas.microsoft.com/office/drawing/2014/main" id="{5E38B5FC-928A-96AB-E3E6-8E0AFDD16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1989" y="2570071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356">
              <a:extLst>
                <a:ext uri="{FF2B5EF4-FFF2-40B4-BE49-F238E27FC236}">
                  <a16:creationId xmlns:a16="http://schemas.microsoft.com/office/drawing/2014/main" id="{A0260A3E-1A1A-A43E-38E7-C378265253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539" y="2487521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2129376-6143-66D2-2B44-F74E48C039F3}"/>
              </a:ext>
            </a:extLst>
          </p:cNvPr>
          <p:cNvGrpSpPr/>
          <p:nvPr userDrawn="1"/>
        </p:nvGrpSpPr>
        <p:grpSpPr>
          <a:xfrm>
            <a:off x="-1344947" y="2853552"/>
            <a:ext cx="2090651" cy="2092749"/>
            <a:chOff x="5213090" y="468313"/>
            <a:chExt cx="1581151" cy="1582738"/>
          </a:xfrm>
          <a:solidFill>
            <a:schemeClr val="tx2"/>
          </a:solidFill>
        </p:grpSpPr>
        <p:sp>
          <p:nvSpPr>
            <p:cNvPr id="9" name="Oval 357">
              <a:extLst>
                <a:ext uri="{FF2B5EF4-FFF2-40B4-BE49-F238E27FC236}">
                  <a16:creationId xmlns:a16="http://schemas.microsoft.com/office/drawing/2014/main" id="{5E92D17F-7394-6D4F-1FC0-4C821D9F8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0903" y="9953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358">
              <a:extLst>
                <a:ext uri="{FF2B5EF4-FFF2-40B4-BE49-F238E27FC236}">
                  <a16:creationId xmlns:a16="http://schemas.microsoft.com/office/drawing/2014/main" id="{A8CA9FB1-CD62-FE83-E116-E6CF9138D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5340" y="104775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359">
              <a:extLst>
                <a:ext uri="{FF2B5EF4-FFF2-40B4-BE49-F238E27FC236}">
                  <a16:creationId xmlns:a16="http://schemas.microsoft.com/office/drawing/2014/main" id="{8A19997E-2F15-4EB9-1C3C-62ABB967E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1365" y="1101725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360">
              <a:extLst>
                <a:ext uri="{FF2B5EF4-FFF2-40B4-BE49-F238E27FC236}">
                  <a16:creationId xmlns:a16="http://schemas.microsoft.com/office/drawing/2014/main" id="{0DE0B120-1533-D827-EF06-F23F69CF5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7390" y="115570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361">
              <a:extLst>
                <a:ext uri="{FF2B5EF4-FFF2-40B4-BE49-F238E27FC236}">
                  <a16:creationId xmlns:a16="http://schemas.microsoft.com/office/drawing/2014/main" id="{3C558EF6-F2A2-E159-7193-D040EE8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5003" y="1209675"/>
              <a:ext cx="34925" cy="34925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362">
              <a:extLst>
                <a:ext uri="{FF2B5EF4-FFF2-40B4-BE49-F238E27FC236}">
                  <a16:creationId xmlns:a16="http://schemas.microsoft.com/office/drawing/2014/main" id="{244C0C87-6432-4DC6-6822-C2611A3E1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1028" y="1263650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363">
              <a:extLst>
                <a:ext uri="{FF2B5EF4-FFF2-40B4-BE49-F238E27FC236}">
                  <a16:creationId xmlns:a16="http://schemas.microsoft.com/office/drawing/2014/main" id="{E95E743C-4D37-C2FC-1587-77744FEDE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7053" y="13160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364">
              <a:extLst>
                <a:ext uri="{FF2B5EF4-FFF2-40B4-BE49-F238E27FC236}">
                  <a16:creationId xmlns:a16="http://schemas.microsoft.com/office/drawing/2014/main" id="{0DCAC26D-EA2B-6426-CD44-FB8D625AA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3078" y="137001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365">
              <a:extLst>
                <a:ext uri="{FF2B5EF4-FFF2-40B4-BE49-F238E27FC236}">
                  <a16:creationId xmlns:a16="http://schemas.microsoft.com/office/drawing/2014/main" id="{6C092318-9D7D-AADD-AD87-878B9BC46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9103" y="1423988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366">
              <a:extLst>
                <a:ext uri="{FF2B5EF4-FFF2-40B4-BE49-F238E27FC236}">
                  <a16:creationId xmlns:a16="http://schemas.microsoft.com/office/drawing/2014/main" id="{4E4DD385-5B9C-B0E4-700E-D4299D1DE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5128" y="14779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367">
              <a:extLst>
                <a:ext uri="{FF2B5EF4-FFF2-40B4-BE49-F238E27FC236}">
                  <a16:creationId xmlns:a16="http://schemas.microsoft.com/office/drawing/2014/main" id="{46942AD8-C16B-D315-4B6D-BFDCDA880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2740" y="1531938"/>
              <a:ext cx="34925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368">
              <a:extLst>
                <a:ext uri="{FF2B5EF4-FFF2-40B4-BE49-F238E27FC236}">
                  <a16:creationId xmlns:a16="http://schemas.microsoft.com/office/drawing/2014/main" id="{B95ED2DC-39B8-C33E-4808-285D3D87C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8765" y="1585913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369">
              <a:extLst>
                <a:ext uri="{FF2B5EF4-FFF2-40B4-BE49-F238E27FC236}">
                  <a16:creationId xmlns:a16="http://schemas.microsoft.com/office/drawing/2014/main" id="{76A21E1C-0C80-1FCB-3F8A-27CEA42C4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4790" y="163830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370">
              <a:extLst>
                <a:ext uri="{FF2B5EF4-FFF2-40B4-BE49-F238E27FC236}">
                  <a16:creationId xmlns:a16="http://schemas.microsoft.com/office/drawing/2014/main" id="{FF6F4392-FA88-716F-1A1C-42BCF236D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0815" y="16922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371">
              <a:extLst>
                <a:ext uri="{FF2B5EF4-FFF2-40B4-BE49-F238E27FC236}">
                  <a16:creationId xmlns:a16="http://schemas.microsoft.com/office/drawing/2014/main" id="{4F92EF1D-F726-B178-C23B-E51D850A6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6840" y="1746250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4" name="Freeform 372">
              <a:extLst>
                <a:ext uri="{FF2B5EF4-FFF2-40B4-BE49-F238E27FC236}">
                  <a16:creationId xmlns:a16="http://schemas.microsoft.com/office/drawing/2014/main" id="{1DCBFB6C-FA08-BA2E-6016-C08BF1C6F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2865" y="18002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Oval 373">
              <a:extLst>
                <a:ext uri="{FF2B5EF4-FFF2-40B4-BE49-F238E27FC236}">
                  <a16:creationId xmlns:a16="http://schemas.microsoft.com/office/drawing/2014/main" id="{322BCA44-BD77-FD4F-AD13-8DF136DDD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2065" y="1855788"/>
              <a:ext cx="31750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" name="Oval 374">
              <a:extLst>
                <a:ext uri="{FF2B5EF4-FFF2-40B4-BE49-F238E27FC236}">
                  <a16:creationId xmlns:a16="http://schemas.microsoft.com/office/drawing/2014/main" id="{CCD0BA0E-E247-16EE-FDE4-7DF8345D4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090" y="19097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" name="Freeform 375">
              <a:extLst>
                <a:ext uri="{FF2B5EF4-FFF2-40B4-BE49-F238E27FC236}">
                  <a16:creationId xmlns:a16="http://schemas.microsoft.com/office/drawing/2014/main" id="{0435503B-31BE-C7F5-3B08-9E336F740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2528" y="196056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" name="Freeform 376">
              <a:extLst>
                <a:ext uri="{FF2B5EF4-FFF2-40B4-BE49-F238E27FC236}">
                  <a16:creationId xmlns:a16="http://schemas.microsoft.com/office/drawing/2014/main" id="{78F34B4B-4A8C-D478-76B4-F7209493A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8553" y="20145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" name="Freeform 377">
              <a:extLst>
                <a:ext uri="{FF2B5EF4-FFF2-40B4-BE49-F238E27FC236}">
                  <a16:creationId xmlns:a16="http://schemas.microsoft.com/office/drawing/2014/main" id="{1DE41EF8-DCAF-DBF9-585F-70B2B13FE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4865" y="95091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" name="Freeform 378">
              <a:extLst>
                <a:ext uri="{FF2B5EF4-FFF2-40B4-BE49-F238E27FC236}">
                  <a16:creationId xmlns:a16="http://schemas.microsoft.com/office/drawing/2014/main" id="{B66574D4-604D-5240-D17D-73930E963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478" y="1004888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" name="Oval 379">
              <a:extLst>
                <a:ext uri="{FF2B5EF4-FFF2-40B4-BE49-F238E27FC236}">
                  <a16:creationId xmlns:a16="http://schemas.microsoft.com/office/drawing/2014/main" id="{DF7F6268-80F1-1832-6BA4-98B86999A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0090" y="10588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" name="Oval 380">
              <a:extLst>
                <a:ext uri="{FF2B5EF4-FFF2-40B4-BE49-F238E27FC236}">
                  <a16:creationId xmlns:a16="http://schemas.microsoft.com/office/drawing/2014/main" id="{F825CB5C-A685-17EC-05BA-58CD00555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6115" y="1112838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Freeform 381">
              <a:extLst>
                <a:ext uri="{FF2B5EF4-FFF2-40B4-BE49-F238E27FC236}">
                  <a16:creationId xmlns:a16="http://schemas.microsoft.com/office/drawing/2014/main" id="{8FCD070F-B8D3-C99E-76EE-D0975EFC4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0553" y="11652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Freeform 382">
              <a:extLst>
                <a:ext uri="{FF2B5EF4-FFF2-40B4-BE49-F238E27FC236}">
                  <a16:creationId xmlns:a16="http://schemas.microsoft.com/office/drawing/2014/main" id="{B31E01F8-DC7A-892E-63C8-87A9CE4BB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6578" y="12192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Freeform 383">
              <a:extLst>
                <a:ext uri="{FF2B5EF4-FFF2-40B4-BE49-F238E27FC236}">
                  <a16:creationId xmlns:a16="http://schemas.microsoft.com/office/drawing/2014/main" id="{61292278-FAD3-6150-F697-FBAA0FF39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2603" y="12731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Freeform 384">
              <a:extLst>
                <a:ext uri="{FF2B5EF4-FFF2-40B4-BE49-F238E27FC236}">
                  <a16:creationId xmlns:a16="http://schemas.microsoft.com/office/drawing/2014/main" id="{867BB94E-0E4A-98EF-24B0-F8FF99974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0215" y="1327150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" name="Freeform 385">
              <a:extLst>
                <a:ext uri="{FF2B5EF4-FFF2-40B4-BE49-F238E27FC236}">
                  <a16:creationId xmlns:a16="http://schemas.microsoft.com/office/drawing/2014/main" id="{82776320-1DDE-8D30-0DC8-632E60A68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6240" y="1379538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" name="Oval 386">
              <a:extLst>
                <a:ext uri="{FF2B5EF4-FFF2-40B4-BE49-F238E27FC236}">
                  <a16:creationId xmlns:a16="http://schemas.microsoft.com/office/drawing/2014/main" id="{0390C062-423C-F958-E7E3-223BAB2DF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3853" y="14351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" name="Freeform 387">
              <a:extLst>
                <a:ext uri="{FF2B5EF4-FFF2-40B4-BE49-F238E27FC236}">
                  <a16:creationId xmlns:a16="http://schemas.microsoft.com/office/drawing/2014/main" id="{154FA309-C68D-D710-294E-5BE9D750B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290" y="14874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" name="Freeform 388">
              <a:extLst>
                <a:ext uri="{FF2B5EF4-FFF2-40B4-BE49-F238E27FC236}">
                  <a16:creationId xmlns:a16="http://schemas.microsoft.com/office/drawing/2014/main" id="{B86FBB37-425A-00BF-71FF-29518C350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315" y="154146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" name="Freeform 389">
              <a:extLst>
                <a:ext uri="{FF2B5EF4-FFF2-40B4-BE49-F238E27FC236}">
                  <a16:creationId xmlns:a16="http://schemas.microsoft.com/office/drawing/2014/main" id="{1C39E821-0A88-4128-CD0A-0BA7279B9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0340" y="159543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" name="Freeform 390">
              <a:extLst>
                <a:ext uri="{FF2B5EF4-FFF2-40B4-BE49-F238E27FC236}">
                  <a16:creationId xmlns:a16="http://schemas.microsoft.com/office/drawing/2014/main" id="{22AD02FB-EEC6-77D8-C50A-F3D84B31C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365" y="164941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" name="Freeform 391">
              <a:extLst>
                <a:ext uri="{FF2B5EF4-FFF2-40B4-BE49-F238E27FC236}">
                  <a16:creationId xmlns:a16="http://schemas.microsoft.com/office/drawing/2014/main" id="{1066E2D9-CE7C-2C58-2A01-0DEB39EC8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3978" y="1701800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" name="Freeform 392">
              <a:extLst>
                <a:ext uri="{FF2B5EF4-FFF2-40B4-BE49-F238E27FC236}">
                  <a16:creationId xmlns:a16="http://schemas.microsoft.com/office/drawing/2014/main" id="{372D678C-7DFA-1C72-EA2B-C17729960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003" y="1755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" name="Freeform 393">
              <a:extLst>
                <a:ext uri="{FF2B5EF4-FFF2-40B4-BE49-F238E27FC236}">
                  <a16:creationId xmlns:a16="http://schemas.microsoft.com/office/drawing/2014/main" id="{EA114301-360D-5985-1017-AA09128C9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028" y="180975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" name="Freeform 394">
              <a:extLst>
                <a:ext uri="{FF2B5EF4-FFF2-40B4-BE49-F238E27FC236}">
                  <a16:creationId xmlns:a16="http://schemas.microsoft.com/office/drawing/2014/main" id="{2C8536DA-2106-CEB2-4670-30934A11B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053" y="18637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" name="Freeform 395">
              <a:extLst>
                <a:ext uri="{FF2B5EF4-FFF2-40B4-BE49-F238E27FC236}">
                  <a16:creationId xmlns:a16="http://schemas.microsoft.com/office/drawing/2014/main" id="{D9D7824A-81D9-67AB-08E4-0A323FD46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8078" y="19177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" name="Oval 396">
              <a:extLst>
                <a:ext uri="{FF2B5EF4-FFF2-40B4-BE49-F238E27FC236}">
                  <a16:creationId xmlns:a16="http://schemas.microsoft.com/office/drawing/2014/main" id="{D203A7C2-CEDB-B9B0-2195-08FF0530F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5690" y="19732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" name="Freeform 397">
              <a:extLst>
                <a:ext uri="{FF2B5EF4-FFF2-40B4-BE49-F238E27FC236}">
                  <a16:creationId xmlns:a16="http://schemas.microsoft.com/office/drawing/2014/main" id="{FCEC583A-0ED9-FED4-2767-B3F0182AA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2003" y="9064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" name="Freeform 398">
              <a:extLst>
                <a:ext uri="{FF2B5EF4-FFF2-40B4-BE49-F238E27FC236}">
                  <a16:creationId xmlns:a16="http://schemas.microsoft.com/office/drawing/2014/main" id="{BE1BC038-D790-05ED-D032-AF84A248D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8028" y="960438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" name="Oval 399">
              <a:extLst>
                <a:ext uri="{FF2B5EF4-FFF2-40B4-BE49-F238E27FC236}">
                  <a16:creationId xmlns:a16="http://schemas.microsoft.com/office/drawing/2014/main" id="{803C1651-148D-C055-64D3-E33A3812F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640" y="10160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" name="Oval 400">
              <a:extLst>
                <a:ext uri="{FF2B5EF4-FFF2-40B4-BE49-F238E27FC236}">
                  <a16:creationId xmlns:a16="http://schemas.microsoft.com/office/drawing/2014/main" id="{1A76813C-9936-B658-0586-5EB3F54DA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1665" y="1069975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" name="Freeform 401">
              <a:extLst>
                <a:ext uri="{FF2B5EF4-FFF2-40B4-BE49-F238E27FC236}">
                  <a16:creationId xmlns:a16="http://schemas.microsoft.com/office/drawing/2014/main" id="{D6D828AD-B2CD-7BA8-4D98-FFBDDD430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6103" y="1120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" name="Freeform 402">
              <a:extLst>
                <a:ext uri="{FF2B5EF4-FFF2-40B4-BE49-F238E27FC236}">
                  <a16:creationId xmlns:a16="http://schemas.microsoft.com/office/drawing/2014/main" id="{265F00AC-247C-E8C3-F508-7C57FA1F7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3715" y="1174750"/>
              <a:ext cx="34925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" name="Freeform 403">
              <a:extLst>
                <a:ext uri="{FF2B5EF4-FFF2-40B4-BE49-F238E27FC236}">
                  <a16:creationId xmlns:a16="http://schemas.microsoft.com/office/drawing/2014/main" id="{47B718CD-7999-38BB-20AB-F1BBC2334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9740" y="12287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" name="Freeform 404">
              <a:extLst>
                <a:ext uri="{FF2B5EF4-FFF2-40B4-BE49-F238E27FC236}">
                  <a16:creationId xmlns:a16="http://schemas.microsoft.com/office/drawing/2014/main" id="{3A8EDD3B-857D-79BF-3770-90BC72C1C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765" y="1282700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" name="Freeform 405">
              <a:extLst>
                <a:ext uri="{FF2B5EF4-FFF2-40B4-BE49-F238E27FC236}">
                  <a16:creationId xmlns:a16="http://schemas.microsoft.com/office/drawing/2014/main" id="{F4D4609B-FAC6-89E5-EF75-93F3B14C7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1790" y="13366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grpSp>
          <p:nvGrpSpPr>
            <p:cNvPr id="58" name="Group 607">
              <a:extLst>
                <a:ext uri="{FF2B5EF4-FFF2-40B4-BE49-F238E27FC236}">
                  <a16:creationId xmlns:a16="http://schemas.microsoft.com/office/drawing/2014/main" id="{E5CE62C8-C972-00AB-20D9-EED25E196A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5952" y="468313"/>
              <a:ext cx="1408113" cy="1493838"/>
              <a:chOff x="3702" y="295"/>
              <a:chExt cx="887" cy="941"/>
            </a:xfrm>
            <a:grpFill/>
          </p:grpSpPr>
          <p:sp>
            <p:nvSpPr>
              <p:cNvPr id="71" name="Freeform 407">
                <a:extLst>
                  <a:ext uri="{FF2B5EF4-FFF2-40B4-BE49-F238E27FC236}">
                    <a16:creationId xmlns:a16="http://schemas.microsoft.com/office/drawing/2014/main" id="{F8895C26-D6B8-5A71-3A2C-DBEB1B0F0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9" y="876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" name="Freeform 408">
                <a:extLst>
                  <a:ext uri="{FF2B5EF4-FFF2-40B4-BE49-F238E27FC236}">
                    <a16:creationId xmlns:a16="http://schemas.microsoft.com/office/drawing/2014/main" id="{B8749497-E903-E928-F274-6ABC7348C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5" y="910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" name="Freeform 409">
                <a:extLst>
                  <a:ext uri="{FF2B5EF4-FFF2-40B4-BE49-F238E27FC236}">
                    <a16:creationId xmlns:a16="http://schemas.microsoft.com/office/drawing/2014/main" id="{C43BB479-8EF6-92E1-DCFE-5CFB51369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943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" name="Freeform 410">
                <a:extLst>
                  <a:ext uri="{FF2B5EF4-FFF2-40B4-BE49-F238E27FC236}">
                    <a16:creationId xmlns:a16="http://schemas.microsoft.com/office/drawing/2014/main" id="{4E6FF581-71BC-D5F5-FA7F-5E6251DBF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97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" name="Freeform 411">
                <a:extLst>
                  <a:ext uri="{FF2B5EF4-FFF2-40B4-BE49-F238E27FC236}">
                    <a16:creationId xmlns:a16="http://schemas.microsoft.com/office/drawing/2014/main" id="{C9012D5C-6CBC-0F65-B115-6799F17E8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4" y="101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" name="Freeform 412">
                <a:extLst>
                  <a:ext uri="{FF2B5EF4-FFF2-40B4-BE49-F238E27FC236}">
                    <a16:creationId xmlns:a16="http://schemas.microsoft.com/office/drawing/2014/main" id="{8E93C97D-BE78-4089-15F0-0BB29B2A6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045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" name="Freeform 413">
                <a:extLst>
                  <a:ext uri="{FF2B5EF4-FFF2-40B4-BE49-F238E27FC236}">
                    <a16:creationId xmlns:a16="http://schemas.microsoft.com/office/drawing/2014/main" id="{A68AD392-B2D9-74CD-B19A-35C594C3CA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107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" name="Freeform 414">
                <a:extLst>
                  <a:ext uri="{FF2B5EF4-FFF2-40B4-BE49-F238E27FC236}">
                    <a16:creationId xmlns:a16="http://schemas.microsoft.com/office/drawing/2014/main" id="{6A14C41B-83B3-F2B6-29CB-CA5703FF20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2" y="1113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" name="Freeform 415">
                <a:extLst>
                  <a:ext uri="{FF2B5EF4-FFF2-40B4-BE49-F238E27FC236}">
                    <a16:creationId xmlns:a16="http://schemas.microsoft.com/office/drawing/2014/main" id="{ABA04720-9240-CEA0-24A2-F18E63BAE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9" y="1146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" name="Freeform 416">
                <a:extLst>
                  <a:ext uri="{FF2B5EF4-FFF2-40B4-BE49-F238E27FC236}">
                    <a16:creationId xmlns:a16="http://schemas.microsoft.com/office/drawing/2014/main" id="{471EB087-B34C-F60B-A24E-50F81AADC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18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" name="Oval 417">
                <a:extLst>
                  <a:ext uri="{FF2B5EF4-FFF2-40B4-BE49-F238E27FC236}">
                    <a16:creationId xmlns:a16="http://schemas.microsoft.com/office/drawing/2014/main" id="{1BC5D01D-9F10-455D-7DA2-5541561FE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121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" name="Freeform 418">
                <a:extLst>
                  <a:ext uri="{FF2B5EF4-FFF2-40B4-BE49-F238E27FC236}">
                    <a16:creationId xmlns:a16="http://schemas.microsoft.com/office/drawing/2014/main" id="{EAA01EE4-F0D8-042D-C3AF-55D6C18481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6" y="544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" name="Freeform 419">
                <a:extLst>
                  <a:ext uri="{FF2B5EF4-FFF2-40B4-BE49-F238E27FC236}">
                    <a16:creationId xmlns:a16="http://schemas.microsoft.com/office/drawing/2014/main" id="{DCB2FF46-E9F0-4995-A776-0060D34A59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2" y="57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" name="Freeform 420">
                <a:extLst>
                  <a:ext uri="{FF2B5EF4-FFF2-40B4-BE49-F238E27FC236}">
                    <a16:creationId xmlns:a16="http://schemas.microsoft.com/office/drawing/2014/main" id="{6AABB2FD-E7C0-59ED-DECA-57E4E3C82C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8" y="61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" name="Freeform 421">
                <a:extLst>
                  <a:ext uri="{FF2B5EF4-FFF2-40B4-BE49-F238E27FC236}">
                    <a16:creationId xmlns:a16="http://schemas.microsoft.com/office/drawing/2014/main" id="{E52845EE-6C09-6141-F6AD-6AC9C114E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" y="645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" name="Freeform 422">
                <a:extLst>
                  <a:ext uri="{FF2B5EF4-FFF2-40B4-BE49-F238E27FC236}">
                    <a16:creationId xmlns:a16="http://schemas.microsoft.com/office/drawing/2014/main" id="{05EB226D-39FF-B3F2-F7FF-FEB2EBD348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67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" name="Oval 423">
                <a:extLst>
                  <a:ext uri="{FF2B5EF4-FFF2-40B4-BE49-F238E27FC236}">
                    <a16:creationId xmlns:a16="http://schemas.microsoft.com/office/drawing/2014/main" id="{6A5CA106-071F-ED19-760A-6E99DD892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8" y="714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" name="Freeform 424">
                <a:extLst>
                  <a:ext uri="{FF2B5EF4-FFF2-40B4-BE49-F238E27FC236}">
                    <a16:creationId xmlns:a16="http://schemas.microsoft.com/office/drawing/2014/main" id="{D532F4B8-0C22-26ED-F7CB-6F3B645B92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3" y="747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" name="Freeform 425">
                <a:extLst>
                  <a:ext uri="{FF2B5EF4-FFF2-40B4-BE49-F238E27FC236}">
                    <a16:creationId xmlns:a16="http://schemas.microsoft.com/office/drawing/2014/main" id="{720833CB-CFD8-234C-CA59-27D5B071F1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78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" name="Freeform 426">
                <a:extLst>
                  <a:ext uri="{FF2B5EF4-FFF2-40B4-BE49-F238E27FC236}">
                    <a16:creationId xmlns:a16="http://schemas.microsoft.com/office/drawing/2014/main" id="{B98F7704-3E0A-61CE-6471-B8C38DBA2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81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" name="Freeform 427">
                <a:extLst>
                  <a:ext uri="{FF2B5EF4-FFF2-40B4-BE49-F238E27FC236}">
                    <a16:creationId xmlns:a16="http://schemas.microsoft.com/office/drawing/2014/main" id="{525F3A2A-5A67-D90A-1C1F-78E49BAF5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84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" name="Freeform 428">
                <a:extLst>
                  <a:ext uri="{FF2B5EF4-FFF2-40B4-BE49-F238E27FC236}">
                    <a16:creationId xmlns:a16="http://schemas.microsoft.com/office/drawing/2014/main" id="{F890377F-9086-2362-C898-16A6788A3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882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" name="Oval 429">
                <a:extLst>
                  <a:ext uri="{FF2B5EF4-FFF2-40B4-BE49-F238E27FC236}">
                    <a16:creationId xmlns:a16="http://schemas.microsoft.com/office/drawing/2014/main" id="{B700A600-4046-6578-AB38-CF049CD94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5" y="91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" name="Oval 430">
                <a:extLst>
                  <a:ext uri="{FF2B5EF4-FFF2-40B4-BE49-F238E27FC236}">
                    <a16:creationId xmlns:a16="http://schemas.microsoft.com/office/drawing/2014/main" id="{2FACE5D7-C0C9-64F8-CB67-AD4B2FCB6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1" y="951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" name="Freeform 431">
                <a:extLst>
                  <a:ext uri="{FF2B5EF4-FFF2-40B4-BE49-F238E27FC236}">
                    <a16:creationId xmlns:a16="http://schemas.microsoft.com/office/drawing/2014/main" id="{09724317-86C2-7177-A48B-EBD29E6F1B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6" y="98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" name="Freeform 432">
                <a:extLst>
                  <a:ext uri="{FF2B5EF4-FFF2-40B4-BE49-F238E27FC236}">
                    <a16:creationId xmlns:a16="http://schemas.microsoft.com/office/drawing/2014/main" id="{592046E8-8318-2464-0196-F3AF100490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101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" name="Freeform 433">
                <a:extLst>
                  <a:ext uri="{FF2B5EF4-FFF2-40B4-BE49-F238E27FC236}">
                    <a16:creationId xmlns:a16="http://schemas.microsoft.com/office/drawing/2014/main" id="{AD404540-0B03-FE9C-EBDE-A7575CE74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105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" name="Freeform 434">
                <a:extLst>
                  <a:ext uri="{FF2B5EF4-FFF2-40B4-BE49-F238E27FC236}">
                    <a16:creationId xmlns:a16="http://schemas.microsoft.com/office/drawing/2014/main" id="{4C4D3EBA-B136-0E72-DD74-1F06E6AB7E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1085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" name="Freeform 435">
                <a:extLst>
                  <a:ext uri="{FF2B5EF4-FFF2-40B4-BE49-F238E27FC236}">
                    <a16:creationId xmlns:a16="http://schemas.microsoft.com/office/drawing/2014/main" id="{8A914A00-5622-CA04-14CC-1095C85D5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1" y="111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" name="Freeform 436">
                <a:extLst>
                  <a:ext uri="{FF2B5EF4-FFF2-40B4-BE49-F238E27FC236}">
                    <a16:creationId xmlns:a16="http://schemas.microsoft.com/office/drawing/2014/main" id="{94F5E34A-0B2D-1B23-F188-74211B7C7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7" y="1153"/>
                <a:ext cx="23" cy="22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" name="Freeform 437">
                <a:extLst>
                  <a:ext uri="{FF2B5EF4-FFF2-40B4-BE49-F238E27FC236}">
                    <a16:creationId xmlns:a16="http://schemas.microsoft.com/office/drawing/2014/main" id="{5B9E00C8-39AA-4CED-3F57-17A6581686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118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" name="Freeform 438">
                <a:extLst>
                  <a:ext uri="{FF2B5EF4-FFF2-40B4-BE49-F238E27FC236}">
                    <a16:creationId xmlns:a16="http://schemas.microsoft.com/office/drawing/2014/main" id="{94AAF50E-4A4B-88FA-A9A3-2AB66ED67F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9" y="51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" name="Freeform 439">
                <a:extLst>
                  <a:ext uri="{FF2B5EF4-FFF2-40B4-BE49-F238E27FC236}">
                    <a16:creationId xmlns:a16="http://schemas.microsoft.com/office/drawing/2014/main" id="{49C8A538-1A75-EAF1-6C50-6E8D582F29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5" y="550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" name="Freeform 440">
                <a:extLst>
                  <a:ext uri="{FF2B5EF4-FFF2-40B4-BE49-F238E27FC236}">
                    <a16:creationId xmlns:a16="http://schemas.microsoft.com/office/drawing/2014/main" id="{A1A7E853-19E7-B6EC-BFF6-66177C2F8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58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" name="Freeform 441">
                <a:extLst>
                  <a:ext uri="{FF2B5EF4-FFF2-40B4-BE49-F238E27FC236}">
                    <a16:creationId xmlns:a16="http://schemas.microsoft.com/office/drawing/2014/main" id="{C6BEA5DD-7F40-5E5D-5669-4F00F76B70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7" y="61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" name="Freeform 442">
                <a:extLst>
                  <a:ext uri="{FF2B5EF4-FFF2-40B4-BE49-F238E27FC236}">
                    <a16:creationId xmlns:a16="http://schemas.microsoft.com/office/drawing/2014/main" id="{C684D60A-15DE-FD26-187E-DC774665F5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" y="65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" name="Oval 443">
                <a:extLst>
                  <a:ext uri="{FF2B5EF4-FFF2-40B4-BE49-F238E27FC236}">
                    <a16:creationId xmlns:a16="http://schemas.microsoft.com/office/drawing/2014/main" id="{47C03E1D-3A67-6F36-2355-98F7800A7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0" y="68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" name="Oval 444">
                <a:extLst>
                  <a:ext uri="{FF2B5EF4-FFF2-40B4-BE49-F238E27FC236}">
                    <a16:creationId xmlns:a16="http://schemas.microsoft.com/office/drawing/2014/main" id="{C37828FA-3A50-068D-FCD3-3022A45A7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7" y="72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" name="Freeform 445">
                <a:extLst>
                  <a:ext uri="{FF2B5EF4-FFF2-40B4-BE49-F238E27FC236}">
                    <a16:creationId xmlns:a16="http://schemas.microsoft.com/office/drawing/2014/main" id="{DC0DE051-CA73-7BE1-3DA8-B73578ABF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" y="753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" name="Freeform 446">
                <a:extLst>
                  <a:ext uri="{FF2B5EF4-FFF2-40B4-BE49-F238E27FC236}">
                    <a16:creationId xmlns:a16="http://schemas.microsoft.com/office/drawing/2014/main" id="{99735563-E787-E238-A110-AF3831CE1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8" y="787"/>
                <a:ext cx="23" cy="22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" name="Freeform 447">
                <a:extLst>
                  <a:ext uri="{FF2B5EF4-FFF2-40B4-BE49-F238E27FC236}">
                    <a16:creationId xmlns:a16="http://schemas.microsoft.com/office/drawing/2014/main" id="{93A62A0E-D03D-E90F-26EA-64044956F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4" y="82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" name="Freeform 448">
                <a:extLst>
                  <a:ext uri="{FF2B5EF4-FFF2-40B4-BE49-F238E27FC236}">
                    <a16:creationId xmlns:a16="http://schemas.microsoft.com/office/drawing/2014/main" id="{1E9FAAF1-27B8-D9DE-3C30-08910A9F70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0" y="85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" name="Freeform 449">
                <a:extLst>
                  <a:ext uri="{FF2B5EF4-FFF2-40B4-BE49-F238E27FC236}">
                    <a16:creationId xmlns:a16="http://schemas.microsoft.com/office/drawing/2014/main" id="{DFD3DA2C-312A-F2DF-26C1-74850A51FD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8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" name="Freeform 450">
                <a:extLst>
                  <a:ext uri="{FF2B5EF4-FFF2-40B4-BE49-F238E27FC236}">
                    <a16:creationId xmlns:a16="http://schemas.microsoft.com/office/drawing/2014/main" id="{D74502B0-2A71-614A-3F18-D02945151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3" y="922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" name="Freeform 451">
                <a:extLst>
                  <a:ext uri="{FF2B5EF4-FFF2-40B4-BE49-F238E27FC236}">
                    <a16:creationId xmlns:a16="http://schemas.microsoft.com/office/drawing/2014/main" id="{AB96FCA3-16AD-5249-E903-D1A8F82DC5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95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" name="Freeform 452">
                <a:extLst>
                  <a:ext uri="{FF2B5EF4-FFF2-40B4-BE49-F238E27FC236}">
                    <a16:creationId xmlns:a16="http://schemas.microsoft.com/office/drawing/2014/main" id="{0A652100-370D-6740-0210-1AF22843E1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990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6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" name="Freeform 453">
                <a:extLst>
                  <a:ext uri="{FF2B5EF4-FFF2-40B4-BE49-F238E27FC236}">
                    <a16:creationId xmlns:a16="http://schemas.microsoft.com/office/drawing/2014/main" id="{5A6AD8AF-AC35-BAC4-4A89-1262D8FC2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102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" name="Freeform 454">
                <a:extLst>
                  <a:ext uri="{FF2B5EF4-FFF2-40B4-BE49-F238E27FC236}">
                    <a16:creationId xmlns:a16="http://schemas.microsoft.com/office/drawing/2014/main" id="{0075104D-E3C3-7472-336D-72E361A0FF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7" y="1057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" name="Freeform 455">
                <a:extLst>
                  <a:ext uri="{FF2B5EF4-FFF2-40B4-BE49-F238E27FC236}">
                    <a16:creationId xmlns:a16="http://schemas.microsoft.com/office/drawing/2014/main" id="{6EC14757-0AC6-A74E-F3E8-842F7AFCB8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3" y="10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" name="Freeform 456">
                <a:extLst>
                  <a:ext uri="{FF2B5EF4-FFF2-40B4-BE49-F238E27FC236}">
                    <a16:creationId xmlns:a16="http://schemas.microsoft.com/office/drawing/2014/main" id="{1A43F217-1502-9119-55ED-653DAECAD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112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" name="Freeform 457">
                <a:extLst>
                  <a:ext uri="{FF2B5EF4-FFF2-40B4-BE49-F238E27FC236}">
                    <a16:creationId xmlns:a16="http://schemas.microsoft.com/office/drawing/2014/main" id="{C0770C13-36DD-67A8-1B49-2F4504EE9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1159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" name="Freeform 458">
                <a:extLst>
                  <a:ext uri="{FF2B5EF4-FFF2-40B4-BE49-F238E27FC236}">
                    <a16:creationId xmlns:a16="http://schemas.microsoft.com/office/drawing/2014/main" id="{AE3B2366-54BF-D783-D13C-7AA64DF31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1" y="4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" name="Freeform 459">
                <a:extLst>
                  <a:ext uri="{FF2B5EF4-FFF2-40B4-BE49-F238E27FC236}">
                    <a16:creationId xmlns:a16="http://schemas.microsoft.com/office/drawing/2014/main" id="{7219BB4E-BD2F-427F-4872-288A8FE4E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7" y="52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" name="Freeform 460">
                <a:extLst>
                  <a:ext uri="{FF2B5EF4-FFF2-40B4-BE49-F238E27FC236}">
                    <a16:creationId xmlns:a16="http://schemas.microsoft.com/office/drawing/2014/main" id="{F5CE9FEF-042E-8A3F-4D1A-FB58E45ED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3" y="556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" name="Freeform 461">
                <a:extLst>
                  <a:ext uri="{FF2B5EF4-FFF2-40B4-BE49-F238E27FC236}">
                    <a16:creationId xmlns:a16="http://schemas.microsoft.com/office/drawing/2014/main" id="{7641E90F-DBED-8E73-BF0D-1D9671F2A6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9" y="590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" name="Freeform 462">
                <a:extLst>
                  <a:ext uri="{FF2B5EF4-FFF2-40B4-BE49-F238E27FC236}">
                    <a16:creationId xmlns:a16="http://schemas.microsoft.com/office/drawing/2014/main" id="{3B7D2E25-DE22-9D34-D50B-3340371EB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624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" name="Freeform 463">
                <a:extLst>
                  <a:ext uri="{FF2B5EF4-FFF2-40B4-BE49-F238E27FC236}">
                    <a16:creationId xmlns:a16="http://schemas.microsoft.com/office/drawing/2014/main" id="{77DC1524-97F0-81DD-C256-CAADE9DCD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2" y="65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" name="Freeform 464">
                <a:extLst>
                  <a:ext uri="{FF2B5EF4-FFF2-40B4-BE49-F238E27FC236}">
                    <a16:creationId xmlns:a16="http://schemas.microsoft.com/office/drawing/2014/main" id="{FEA79C87-6AD0-77FE-C4EF-8086F251C1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8" y="6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" name="Freeform 465">
                <a:extLst>
                  <a:ext uri="{FF2B5EF4-FFF2-40B4-BE49-F238E27FC236}">
                    <a16:creationId xmlns:a16="http://schemas.microsoft.com/office/drawing/2014/main" id="{6BAF4FC7-8518-D1DE-EF67-0CD63C93C6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4" y="725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" name="Freeform 466">
                <a:extLst>
                  <a:ext uri="{FF2B5EF4-FFF2-40B4-BE49-F238E27FC236}">
                    <a16:creationId xmlns:a16="http://schemas.microsoft.com/office/drawing/2014/main" id="{0FBF4DFC-F3CA-0072-E477-68B1E9DF9F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75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" name="Freeform 467">
                <a:extLst>
                  <a:ext uri="{FF2B5EF4-FFF2-40B4-BE49-F238E27FC236}">
                    <a16:creationId xmlns:a16="http://schemas.microsoft.com/office/drawing/2014/main" id="{D387D5C7-6F47-AEE6-0CA6-45860D8247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793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" name="Freeform 468">
                <a:extLst>
                  <a:ext uri="{FF2B5EF4-FFF2-40B4-BE49-F238E27FC236}">
                    <a16:creationId xmlns:a16="http://schemas.microsoft.com/office/drawing/2014/main" id="{6984CF44-69FF-1763-2F43-1D07147F5B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827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" name="Freeform 469">
                <a:extLst>
                  <a:ext uri="{FF2B5EF4-FFF2-40B4-BE49-F238E27FC236}">
                    <a16:creationId xmlns:a16="http://schemas.microsoft.com/office/drawing/2014/main" id="{C0927025-0C98-27E4-747F-A85D694C6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9" y="86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" name="Freeform 470">
                <a:extLst>
                  <a:ext uri="{FF2B5EF4-FFF2-40B4-BE49-F238E27FC236}">
                    <a16:creationId xmlns:a16="http://schemas.microsoft.com/office/drawing/2014/main" id="{0572E793-9495-A94B-E7F4-274115E3C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5" y="89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" name="Oval 471">
                <a:extLst>
                  <a:ext uri="{FF2B5EF4-FFF2-40B4-BE49-F238E27FC236}">
                    <a16:creationId xmlns:a16="http://schemas.microsoft.com/office/drawing/2014/main" id="{30CC7B06-6047-1034-B31B-F892CDF33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2" y="92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" name="Oval 472">
                <a:extLst>
                  <a:ext uri="{FF2B5EF4-FFF2-40B4-BE49-F238E27FC236}">
                    <a16:creationId xmlns:a16="http://schemas.microsoft.com/office/drawing/2014/main" id="{0EC5397F-74AC-3B22-FB84-9C61674A2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8" y="96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7" name="Freeform 473">
                <a:extLst>
                  <a:ext uri="{FF2B5EF4-FFF2-40B4-BE49-F238E27FC236}">
                    <a16:creationId xmlns:a16="http://schemas.microsoft.com/office/drawing/2014/main" id="{43A81F2C-3E5D-29CF-B7FB-13708C64A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3" y="99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8" name="Freeform 474">
                <a:extLst>
                  <a:ext uri="{FF2B5EF4-FFF2-40B4-BE49-F238E27FC236}">
                    <a16:creationId xmlns:a16="http://schemas.microsoft.com/office/drawing/2014/main" id="{6ECCCCCC-7417-372A-C326-38314A6380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0" y="103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9" name="Freeform 475">
                <a:extLst>
                  <a:ext uri="{FF2B5EF4-FFF2-40B4-BE49-F238E27FC236}">
                    <a16:creationId xmlns:a16="http://schemas.microsoft.com/office/drawing/2014/main" id="{2361F2BF-C827-879D-7F5A-ADF5BA0A8D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1064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0" name="Freeform 476">
                <a:extLst>
                  <a:ext uri="{FF2B5EF4-FFF2-40B4-BE49-F238E27FC236}">
                    <a16:creationId xmlns:a16="http://schemas.microsoft.com/office/drawing/2014/main" id="{838ED02F-EDC0-4C80-15CB-DB3D244801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2" y="109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1" name="Freeform 477">
                <a:extLst>
                  <a:ext uri="{FF2B5EF4-FFF2-40B4-BE49-F238E27FC236}">
                    <a16:creationId xmlns:a16="http://schemas.microsoft.com/office/drawing/2014/main" id="{BA5FB734-FDB7-C123-AA7B-4FE2AA47E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" y="113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2" name="Freeform 478">
                <a:extLst>
                  <a:ext uri="{FF2B5EF4-FFF2-40B4-BE49-F238E27FC236}">
                    <a16:creationId xmlns:a16="http://schemas.microsoft.com/office/drawing/2014/main" id="{94A1626B-F9E7-A432-5C20-BFA97963F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3" y="46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3" name="Freeform 479">
                <a:extLst>
                  <a:ext uri="{FF2B5EF4-FFF2-40B4-BE49-F238E27FC236}">
                    <a16:creationId xmlns:a16="http://schemas.microsoft.com/office/drawing/2014/main" id="{7C3ACDC9-C2EC-C9D2-BAB3-AE7794167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0" y="495"/>
                <a:ext cx="22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4" name="Freeform 480">
                <a:extLst>
                  <a:ext uri="{FF2B5EF4-FFF2-40B4-BE49-F238E27FC236}">
                    <a16:creationId xmlns:a16="http://schemas.microsoft.com/office/drawing/2014/main" id="{5C52BE2F-BF4C-F1A5-1F8A-6C7BE7053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52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5" name="Freeform 481">
                <a:extLst>
                  <a:ext uri="{FF2B5EF4-FFF2-40B4-BE49-F238E27FC236}">
                    <a16:creationId xmlns:a16="http://schemas.microsoft.com/office/drawing/2014/main" id="{9D618EC5-AB0D-DADE-F6EE-7474DDA644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2" y="56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6" name="Freeform 482">
                <a:extLst>
                  <a:ext uri="{FF2B5EF4-FFF2-40B4-BE49-F238E27FC236}">
                    <a16:creationId xmlns:a16="http://schemas.microsoft.com/office/drawing/2014/main" id="{04FA021B-9757-E429-5FAF-A793E72CA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596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7" name="Freeform 483">
                <a:extLst>
                  <a:ext uri="{FF2B5EF4-FFF2-40B4-BE49-F238E27FC236}">
                    <a16:creationId xmlns:a16="http://schemas.microsoft.com/office/drawing/2014/main" id="{2D7E38EE-53A1-5E91-7950-DF5F669E9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4" y="6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8" name="Freeform 484">
                <a:extLst>
                  <a:ext uri="{FF2B5EF4-FFF2-40B4-BE49-F238E27FC236}">
                    <a16:creationId xmlns:a16="http://schemas.microsoft.com/office/drawing/2014/main" id="{9B8055F0-BED6-8A2A-1ECF-12ABCF2B8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0" y="66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9" name="Freeform 485">
                <a:extLst>
                  <a:ext uri="{FF2B5EF4-FFF2-40B4-BE49-F238E27FC236}">
                    <a16:creationId xmlns:a16="http://schemas.microsoft.com/office/drawing/2014/main" id="{F1CEB121-9F26-0867-FC2F-2B012A385D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" y="698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0" name="Oval 486">
                <a:extLst>
                  <a:ext uri="{FF2B5EF4-FFF2-40B4-BE49-F238E27FC236}">
                    <a16:creationId xmlns:a16="http://schemas.microsoft.com/office/drawing/2014/main" id="{3CC8F9FA-9773-4FFA-7242-56512B66E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73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1" name="Freeform 487">
                <a:extLst>
                  <a:ext uri="{FF2B5EF4-FFF2-40B4-BE49-F238E27FC236}">
                    <a16:creationId xmlns:a16="http://schemas.microsoft.com/office/drawing/2014/main" id="{88443325-6600-EE45-1082-DB62650A7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76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2" name="Freeform 488">
                <a:extLst>
                  <a:ext uri="{FF2B5EF4-FFF2-40B4-BE49-F238E27FC236}">
                    <a16:creationId xmlns:a16="http://schemas.microsoft.com/office/drawing/2014/main" id="{92AFB373-EF81-707F-9BD6-79F3B5146E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5" y="79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3" name="Freeform 489">
                <a:extLst>
                  <a:ext uri="{FF2B5EF4-FFF2-40B4-BE49-F238E27FC236}">
                    <a16:creationId xmlns:a16="http://schemas.microsoft.com/office/drawing/2014/main" id="{47E26D7A-E91F-CDCB-13AF-CE8CA9C50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1" y="83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4" name="Freeform 490">
                <a:extLst>
                  <a:ext uri="{FF2B5EF4-FFF2-40B4-BE49-F238E27FC236}">
                    <a16:creationId xmlns:a16="http://schemas.microsoft.com/office/drawing/2014/main" id="{A5064C9E-2EF9-1870-A5DA-0C71B8D50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7" y="86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5" name="Freeform 491">
                <a:extLst>
                  <a:ext uri="{FF2B5EF4-FFF2-40B4-BE49-F238E27FC236}">
                    <a16:creationId xmlns:a16="http://schemas.microsoft.com/office/drawing/2014/main" id="{F0A2028A-AA08-C185-A331-BCE91A931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90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6" name="Oval 492">
                <a:extLst>
                  <a:ext uri="{FF2B5EF4-FFF2-40B4-BE49-F238E27FC236}">
                    <a16:creationId xmlns:a16="http://schemas.microsoft.com/office/drawing/2014/main" id="{B6C63A7F-463F-AAAD-0539-2A4297474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" y="93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7" name="Freeform 493">
                <a:extLst>
                  <a:ext uri="{FF2B5EF4-FFF2-40B4-BE49-F238E27FC236}">
                    <a16:creationId xmlns:a16="http://schemas.microsoft.com/office/drawing/2014/main" id="{31A6E68D-401E-7127-7000-D01444B48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96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8" name="Freeform 494">
                <a:extLst>
                  <a:ext uri="{FF2B5EF4-FFF2-40B4-BE49-F238E27FC236}">
                    <a16:creationId xmlns:a16="http://schemas.microsoft.com/office/drawing/2014/main" id="{B8D7C4CC-AD6A-C844-715D-0346F10148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2" y="100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9" name="Freeform 495">
                <a:extLst>
                  <a:ext uri="{FF2B5EF4-FFF2-40B4-BE49-F238E27FC236}">
                    <a16:creationId xmlns:a16="http://schemas.microsoft.com/office/drawing/2014/main" id="{51C57A09-FC7B-F7F6-DDE7-ADE5097D4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8" y="103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0" name="Freeform 496">
                <a:extLst>
                  <a:ext uri="{FF2B5EF4-FFF2-40B4-BE49-F238E27FC236}">
                    <a16:creationId xmlns:a16="http://schemas.microsoft.com/office/drawing/2014/main" id="{B2598F21-F296-3EC7-9655-26E5A8A8C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107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1" name="Freeform 497">
                <a:extLst>
                  <a:ext uri="{FF2B5EF4-FFF2-40B4-BE49-F238E27FC236}">
                    <a16:creationId xmlns:a16="http://schemas.microsoft.com/office/drawing/2014/main" id="{D232882D-B823-CF1B-5076-E243EB7FF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110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2" name="Oval 498">
                <a:extLst>
                  <a:ext uri="{FF2B5EF4-FFF2-40B4-BE49-F238E27FC236}">
                    <a16:creationId xmlns:a16="http://schemas.microsoft.com/office/drawing/2014/main" id="{288CFC52-8D19-E48D-236C-567DD83B5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" y="4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3" name="Oval 499">
                <a:extLst>
                  <a:ext uri="{FF2B5EF4-FFF2-40B4-BE49-F238E27FC236}">
                    <a16:creationId xmlns:a16="http://schemas.microsoft.com/office/drawing/2014/main" id="{60D6FBAD-57A8-6624-16B4-A6141218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" y="46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4" name="Freeform 500">
                <a:extLst>
                  <a:ext uri="{FF2B5EF4-FFF2-40B4-BE49-F238E27FC236}">
                    <a16:creationId xmlns:a16="http://schemas.microsoft.com/office/drawing/2014/main" id="{7B5DCC8D-B273-8542-65CB-A665870800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8" y="50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5" name="Freeform 501">
                <a:extLst>
                  <a:ext uri="{FF2B5EF4-FFF2-40B4-BE49-F238E27FC236}">
                    <a16:creationId xmlns:a16="http://schemas.microsoft.com/office/drawing/2014/main" id="{C31C011A-DB97-A920-322B-DEB99B607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" y="53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6" name="Freeform 502">
                <a:extLst>
                  <a:ext uri="{FF2B5EF4-FFF2-40B4-BE49-F238E27FC236}">
                    <a16:creationId xmlns:a16="http://schemas.microsoft.com/office/drawing/2014/main" id="{4C2643CA-E420-39ED-5C01-A1F3C6300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56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7" name="Freeform 503">
                <a:extLst>
                  <a:ext uri="{FF2B5EF4-FFF2-40B4-BE49-F238E27FC236}">
                    <a16:creationId xmlns:a16="http://schemas.microsoft.com/office/drawing/2014/main" id="{05FFCD08-D5DF-A82E-ED12-3BA233C4B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" y="602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8" name="Freeform 504">
                <a:extLst>
                  <a:ext uri="{FF2B5EF4-FFF2-40B4-BE49-F238E27FC236}">
                    <a16:creationId xmlns:a16="http://schemas.microsoft.com/office/drawing/2014/main" id="{34F0D367-1CAA-5FC0-4572-B694AB01C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3" y="63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9" name="Freeform 505">
                <a:extLst>
                  <a:ext uri="{FF2B5EF4-FFF2-40B4-BE49-F238E27FC236}">
                    <a16:creationId xmlns:a16="http://schemas.microsoft.com/office/drawing/2014/main" id="{F64B9E5B-7239-B267-052E-0623A50E06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9" y="67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0" name="Freeform 506">
                <a:extLst>
                  <a:ext uri="{FF2B5EF4-FFF2-40B4-BE49-F238E27FC236}">
                    <a16:creationId xmlns:a16="http://schemas.microsoft.com/office/drawing/2014/main" id="{76A047E8-8FA9-B630-D442-90AB9D9C09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5" y="70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1" name="Freeform 507">
                <a:extLst>
                  <a:ext uri="{FF2B5EF4-FFF2-40B4-BE49-F238E27FC236}">
                    <a16:creationId xmlns:a16="http://schemas.microsoft.com/office/drawing/2014/main" id="{819C7AF5-E49F-F4C6-3346-EFE5861F0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1" y="738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2" name="Freeform 508">
                <a:extLst>
                  <a:ext uri="{FF2B5EF4-FFF2-40B4-BE49-F238E27FC236}">
                    <a16:creationId xmlns:a16="http://schemas.microsoft.com/office/drawing/2014/main" id="{7872441C-A34D-322D-DF3A-FB2E2467E1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7" y="771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3" name="Freeform 509">
                <a:extLst>
                  <a:ext uri="{FF2B5EF4-FFF2-40B4-BE49-F238E27FC236}">
                    <a16:creationId xmlns:a16="http://schemas.microsoft.com/office/drawing/2014/main" id="{48DD0077-6FBE-94CD-0B26-A3A868246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4" y="805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4" name="Freeform 510">
                <a:extLst>
                  <a:ext uri="{FF2B5EF4-FFF2-40B4-BE49-F238E27FC236}">
                    <a16:creationId xmlns:a16="http://schemas.microsoft.com/office/drawing/2014/main" id="{EA2C5AA7-064D-F606-0763-69041FFB4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839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5" name="Freeform 511">
                <a:extLst>
                  <a:ext uri="{FF2B5EF4-FFF2-40B4-BE49-F238E27FC236}">
                    <a16:creationId xmlns:a16="http://schemas.microsoft.com/office/drawing/2014/main" id="{DA8FE32B-5EF9-C7C1-97EE-8E50EF9BF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8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6" name="Freeform 512">
                <a:extLst>
                  <a:ext uri="{FF2B5EF4-FFF2-40B4-BE49-F238E27FC236}">
                    <a16:creationId xmlns:a16="http://schemas.microsoft.com/office/drawing/2014/main" id="{CEBFCB09-1CC6-DF4E-9960-071736E869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2" y="90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7" name="Freeform 513">
                <a:extLst>
                  <a:ext uri="{FF2B5EF4-FFF2-40B4-BE49-F238E27FC236}">
                    <a16:creationId xmlns:a16="http://schemas.microsoft.com/office/drawing/2014/main" id="{B073D31B-15B5-A22C-5443-463344EA2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94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8" name="Oval 514">
                <a:extLst>
                  <a:ext uri="{FF2B5EF4-FFF2-40B4-BE49-F238E27FC236}">
                    <a16:creationId xmlns:a16="http://schemas.microsoft.com/office/drawing/2014/main" id="{0738677F-F119-69A8-EEBB-77B9BED4F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5" y="976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9" name="Oval 515">
                <a:extLst>
                  <a:ext uri="{FF2B5EF4-FFF2-40B4-BE49-F238E27FC236}">
                    <a16:creationId xmlns:a16="http://schemas.microsoft.com/office/drawing/2014/main" id="{FD053674-505E-E91A-1689-C83DFD939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2" y="100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0" name="Freeform 516">
                <a:extLst>
                  <a:ext uri="{FF2B5EF4-FFF2-40B4-BE49-F238E27FC236}">
                    <a16:creationId xmlns:a16="http://schemas.microsoft.com/office/drawing/2014/main" id="{E47A15D1-9838-D6AE-E3C2-5D7EE2F9E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7" y="1042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1" name="Freeform 517">
                <a:extLst>
                  <a:ext uri="{FF2B5EF4-FFF2-40B4-BE49-F238E27FC236}">
                    <a16:creationId xmlns:a16="http://schemas.microsoft.com/office/drawing/2014/main" id="{43F11FA3-7B7D-19C2-7987-3E6E4F0DC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3" y="10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2" name="Oval 518">
                <a:extLst>
                  <a:ext uri="{FF2B5EF4-FFF2-40B4-BE49-F238E27FC236}">
                    <a16:creationId xmlns:a16="http://schemas.microsoft.com/office/drawing/2014/main" id="{38021CD1-77D3-1992-CA05-ADF8F6D6F5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9" y="4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3" name="Freeform 519">
                <a:extLst>
                  <a:ext uri="{FF2B5EF4-FFF2-40B4-BE49-F238E27FC236}">
                    <a16:creationId xmlns:a16="http://schemas.microsoft.com/office/drawing/2014/main" id="{FEDFCDC5-15E3-6AAE-DAE3-4C60D76BF7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4" y="43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4" name="Freeform 520">
                <a:extLst>
                  <a:ext uri="{FF2B5EF4-FFF2-40B4-BE49-F238E27FC236}">
                    <a16:creationId xmlns:a16="http://schemas.microsoft.com/office/drawing/2014/main" id="{A0B41B80-14AD-50F3-710E-3C0BE6139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0" y="4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5" name="Freeform 521">
                <a:extLst>
                  <a:ext uri="{FF2B5EF4-FFF2-40B4-BE49-F238E27FC236}">
                    <a16:creationId xmlns:a16="http://schemas.microsoft.com/office/drawing/2014/main" id="{26AE6574-A5DC-1C12-D8F2-0BFBBAA62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" y="507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6" name="Freeform 522">
                <a:extLst>
                  <a:ext uri="{FF2B5EF4-FFF2-40B4-BE49-F238E27FC236}">
                    <a16:creationId xmlns:a16="http://schemas.microsoft.com/office/drawing/2014/main" id="{83A34150-7483-1C55-8B4A-69FDFA2C4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3" y="54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7" name="Freeform 523">
                <a:extLst>
                  <a:ext uri="{FF2B5EF4-FFF2-40B4-BE49-F238E27FC236}">
                    <a16:creationId xmlns:a16="http://schemas.microsoft.com/office/drawing/2014/main" id="{AAF56F5C-9911-869A-37AC-C063A10A1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9" y="57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8" name="Freeform 524">
                <a:extLst>
                  <a:ext uri="{FF2B5EF4-FFF2-40B4-BE49-F238E27FC236}">
                    <a16:creationId xmlns:a16="http://schemas.microsoft.com/office/drawing/2014/main" id="{C7E53AED-6D73-6439-7AE7-8F7446F12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5" y="60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9" name="Freeform 525">
                <a:extLst>
                  <a:ext uri="{FF2B5EF4-FFF2-40B4-BE49-F238E27FC236}">
                    <a16:creationId xmlns:a16="http://schemas.microsoft.com/office/drawing/2014/main" id="{F1894FFA-4653-B650-D54B-DBA6C378C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1" y="64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0" name="Freeform 526">
                <a:extLst>
                  <a:ext uri="{FF2B5EF4-FFF2-40B4-BE49-F238E27FC236}">
                    <a16:creationId xmlns:a16="http://schemas.microsoft.com/office/drawing/2014/main" id="{DB547B0A-D46F-F3AB-EE23-63667498B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" y="6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1" name="Freeform 527">
                <a:extLst>
                  <a:ext uri="{FF2B5EF4-FFF2-40B4-BE49-F238E27FC236}">
                    <a16:creationId xmlns:a16="http://schemas.microsoft.com/office/drawing/2014/main" id="{9D8DD85D-9FAF-6B52-2FAA-58FD39F0C1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710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2" name="Freeform 528">
                <a:extLst>
                  <a:ext uri="{FF2B5EF4-FFF2-40B4-BE49-F238E27FC236}">
                    <a16:creationId xmlns:a16="http://schemas.microsoft.com/office/drawing/2014/main" id="{AAE9B377-FD6E-B158-D1D4-D6DDF6822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0" y="74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3" name="Freeform 529">
                <a:extLst>
                  <a:ext uri="{FF2B5EF4-FFF2-40B4-BE49-F238E27FC236}">
                    <a16:creationId xmlns:a16="http://schemas.microsoft.com/office/drawing/2014/main" id="{C24FC71F-33BF-1152-D61D-F37136661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77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4" name="Freeform 530">
                <a:extLst>
                  <a:ext uri="{FF2B5EF4-FFF2-40B4-BE49-F238E27FC236}">
                    <a16:creationId xmlns:a16="http://schemas.microsoft.com/office/drawing/2014/main" id="{4CEF8C7A-A054-1696-1018-A94D993437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812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5" name="Freeform 531">
                <a:extLst>
                  <a:ext uri="{FF2B5EF4-FFF2-40B4-BE49-F238E27FC236}">
                    <a16:creationId xmlns:a16="http://schemas.microsoft.com/office/drawing/2014/main" id="{E6B5DCC1-557E-E3AA-ADA1-C03CB479F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845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6" name="Freeform 532">
                <a:extLst>
                  <a:ext uri="{FF2B5EF4-FFF2-40B4-BE49-F238E27FC236}">
                    <a16:creationId xmlns:a16="http://schemas.microsoft.com/office/drawing/2014/main" id="{A8464A49-6B1F-A397-966D-A9525004B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87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7" name="Freeform 533">
                <a:extLst>
                  <a:ext uri="{FF2B5EF4-FFF2-40B4-BE49-F238E27FC236}">
                    <a16:creationId xmlns:a16="http://schemas.microsoft.com/office/drawing/2014/main" id="{8897C13A-977B-6D13-E6D2-2ABF2C4B2B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" y="913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8" name="Oval 534">
                <a:extLst>
                  <a:ext uri="{FF2B5EF4-FFF2-40B4-BE49-F238E27FC236}">
                    <a16:creationId xmlns:a16="http://schemas.microsoft.com/office/drawing/2014/main" id="{31E352A2-9E29-1675-A286-C55C96028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9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9" name="Oval 535">
                <a:extLst>
                  <a:ext uri="{FF2B5EF4-FFF2-40B4-BE49-F238E27FC236}">
                    <a16:creationId xmlns:a16="http://schemas.microsoft.com/office/drawing/2014/main" id="{52BAAFD3-6242-8AD5-20E7-8531691C2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4" y="98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0" name="Freeform 536">
                <a:extLst>
                  <a:ext uri="{FF2B5EF4-FFF2-40B4-BE49-F238E27FC236}">
                    <a16:creationId xmlns:a16="http://schemas.microsoft.com/office/drawing/2014/main" id="{5ABB5C2B-945D-B955-249B-B0CC4705C1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015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1" name="Freeform 537">
                <a:extLst>
                  <a:ext uri="{FF2B5EF4-FFF2-40B4-BE49-F238E27FC236}">
                    <a16:creationId xmlns:a16="http://schemas.microsoft.com/office/drawing/2014/main" id="{3FAED1E2-DBFC-F9C7-2E4D-09F069BFB5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5" y="104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2" name="Freeform 538">
                <a:extLst>
                  <a:ext uri="{FF2B5EF4-FFF2-40B4-BE49-F238E27FC236}">
                    <a16:creationId xmlns:a16="http://schemas.microsoft.com/office/drawing/2014/main" id="{14B7B77B-049B-E00F-74A7-6EB85F85EB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37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3" name="Freeform 539">
                <a:extLst>
                  <a:ext uri="{FF2B5EF4-FFF2-40B4-BE49-F238E27FC236}">
                    <a16:creationId xmlns:a16="http://schemas.microsoft.com/office/drawing/2014/main" id="{BCCA7BB0-8964-E406-D620-D5C43B27C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41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4" name="Oval 540">
                <a:extLst>
                  <a:ext uri="{FF2B5EF4-FFF2-40B4-BE49-F238E27FC236}">
                    <a16:creationId xmlns:a16="http://schemas.microsoft.com/office/drawing/2014/main" id="{1F6D3CC0-86CC-A2D9-7F0D-9A0ED272E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447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5" name="Oval 541">
                <a:extLst>
                  <a:ext uri="{FF2B5EF4-FFF2-40B4-BE49-F238E27FC236}">
                    <a16:creationId xmlns:a16="http://schemas.microsoft.com/office/drawing/2014/main" id="{23D4DC3C-C805-AE70-58CD-C58DB5D15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" y="48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6" name="Freeform 542">
                <a:extLst>
                  <a:ext uri="{FF2B5EF4-FFF2-40B4-BE49-F238E27FC236}">
                    <a16:creationId xmlns:a16="http://schemas.microsoft.com/office/drawing/2014/main" id="{2E50BF03-CEEF-9A62-DA95-B7CEB94DE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51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7" name="Freeform 543">
                <a:extLst>
                  <a:ext uri="{FF2B5EF4-FFF2-40B4-BE49-F238E27FC236}">
                    <a16:creationId xmlns:a16="http://schemas.microsoft.com/office/drawing/2014/main" id="{9025E312-3D7E-CD07-9F02-2CF5862D7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1" y="54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8" name="Freeform 544">
                <a:extLst>
                  <a:ext uri="{FF2B5EF4-FFF2-40B4-BE49-F238E27FC236}">
                    <a16:creationId xmlns:a16="http://schemas.microsoft.com/office/drawing/2014/main" id="{CDC89669-63B4-D17E-8381-0F958F8F3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8" y="58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9" name="Freeform 545">
                <a:extLst>
                  <a:ext uri="{FF2B5EF4-FFF2-40B4-BE49-F238E27FC236}">
                    <a16:creationId xmlns:a16="http://schemas.microsoft.com/office/drawing/2014/main" id="{E354FB4E-D84E-C059-DC0E-44D49AE95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4" y="615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0" name="Freeform 546">
                <a:extLst>
                  <a:ext uri="{FF2B5EF4-FFF2-40B4-BE49-F238E27FC236}">
                    <a16:creationId xmlns:a16="http://schemas.microsoft.com/office/drawing/2014/main" id="{C566A46C-E9F7-FFF6-3E67-1B98D65D3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649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1" name="Oval 547">
                <a:extLst>
                  <a:ext uri="{FF2B5EF4-FFF2-40B4-BE49-F238E27FC236}">
                    <a16:creationId xmlns:a16="http://schemas.microsoft.com/office/drawing/2014/main" id="{B602A72D-661E-C0F5-0C21-EA415DB10B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7" y="68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2" name="Freeform 548">
                <a:extLst>
                  <a:ext uri="{FF2B5EF4-FFF2-40B4-BE49-F238E27FC236}">
                    <a16:creationId xmlns:a16="http://schemas.microsoft.com/office/drawing/2014/main" id="{204E3AC2-461E-0CC6-CC0B-C81C3DBA55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" y="71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3" name="Freeform 549">
                <a:extLst>
                  <a:ext uri="{FF2B5EF4-FFF2-40B4-BE49-F238E27FC236}">
                    <a16:creationId xmlns:a16="http://schemas.microsoft.com/office/drawing/2014/main" id="{D0ACF0CA-0F41-05CD-BCCB-268166ABD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8" y="75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4" name="Freeform 550">
                <a:extLst>
                  <a:ext uri="{FF2B5EF4-FFF2-40B4-BE49-F238E27FC236}">
                    <a16:creationId xmlns:a16="http://schemas.microsoft.com/office/drawing/2014/main" id="{46728B35-1398-E3BC-C284-7F41821D2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78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5" name="Freeform 551">
                <a:extLst>
                  <a:ext uri="{FF2B5EF4-FFF2-40B4-BE49-F238E27FC236}">
                    <a16:creationId xmlns:a16="http://schemas.microsoft.com/office/drawing/2014/main" id="{53D048C1-C3CB-D100-9556-636CE8BA4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1" y="818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6" name="Freeform 552">
                <a:extLst>
                  <a:ext uri="{FF2B5EF4-FFF2-40B4-BE49-F238E27FC236}">
                    <a16:creationId xmlns:a16="http://schemas.microsoft.com/office/drawing/2014/main" id="{8C14626B-13D6-B7B6-76A3-DDC4DFEFB5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7" y="852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7" name="Freeform 553">
                <a:extLst>
                  <a:ext uri="{FF2B5EF4-FFF2-40B4-BE49-F238E27FC236}">
                    <a16:creationId xmlns:a16="http://schemas.microsoft.com/office/drawing/2014/main" id="{1C1279AD-F990-1DF9-6C3C-5326F1AFF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885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8" name="Freeform 554">
                <a:extLst>
                  <a:ext uri="{FF2B5EF4-FFF2-40B4-BE49-F238E27FC236}">
                    <a16:creationId xmlns:a16="http://schemas.microsoft.com/office/drawing/2014/main" id="{71C91668-AB69-2B45-7112-354BDFCD4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" y="9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9" name="Freeform 555">
                <a:extLst>
                  <a:ext uri="{FF2B5EF4-FFF2-40B4-BE49-F238E27FC236}">
                    <a16:creationId xmlns:a16="http://schemas.microsoft.com/office/drawing/2014/main" id="{CEE14939-484C-7C0F-683D-4409139CAC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" y="95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0" name="Freeform 556">
                <a:extLst>
                  <a:ext uri="{FF2B5EF4-FFF2-40B4-BE49-F238E27FC236}">
                    <a16:creationId xmlns:a16="http://schemas.microsoft.com/office/drawing/2014/main" id="{90218EC8-7189-F864-C6AB-460ED1F91E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1" y="98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1" name="Oval 557">
                <a:extLst>
                  <a:ext uri="{FF2B5EF4-FFF2-40B4-BE49-F238E27FC236}">
                    <a16:creationId xmlns:a16="http://schemas.microsoft.com/office/drawing/2014/main" id="{DB4D7D30-EAD5-7CF5-3B11-5185CABC7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9" y="102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2" name="Freeform 558">
                <a:extLst>
                  <a:ext uri="{FF2B5EF4-FFF2-40B4-BE49-F238E27FC236}">
                    <a16:creationId xmlns:a16="http://schemas.microsoft.com/office/drawing/2014/main" id="{6E874C34-79BE-33E6-9DB6-9F5FDD2AD8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3" y="35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3" name="Freeform 559">
                <a:extLst>
                  <a:ext uri="{FF2B5EF4-FFF2-40B4-BE49-F238E27FC236}">
                    <a16:creationId xmlns:a16="http://schemas.microsoft.com/office/drawing/2014/main" id="{CBBC69A8-6DE5-521A-D065-CF88F85E8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9" y="38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4" name="Oval 560">
                <a:extLst>
                  <a:ext uri="{FF2B5EF4-FFF2-40B4-BE49-F238E27FC236}">
                    <a16:creationId xmlns:a16="http://schemas.microsoft.com/office/drawing/2014/main" id="{33B2E997-BE97-19E6-2F3F-D6FE79ECF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41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5" name="Oval 561">
                <a:extLst>
                  <a:ext uri="{FF2B5EF4-FFF2-40B4-BE49-F238E27FC236}">
                    <a16:creationId xmlns:a16="http://schemas.microsoft.com/office/drawing/2014/main" id="{8C35EAA6-8F0D-FBD4-6BD7-71EEC0D8F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45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6" name="Freeform 562">
                <a:extLst>
                  <a:ext uri="{FF2B5EF4-FFF2-40B4-BE49-F238E27FC236}">
                    <a16:creationId xmlns:a16="http://schemas.microsoft.com/office/drawing/2014/main" id="{1DB89B54-6F26-B9DA-90AC-57E5C485B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" y="486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7" name="Freeform 563">
                <a:extLst>
                  <a:ext uri="{FF2B5EF4-FFF2-40B4-BE49-F238E27FC236}">
                    <a16:creationId xmlns:a16="http://schemas.microsoft.com/office/drawing/2014/main" id="{2EFF7962-F2C5-0CC8-C19E-1C5345DD4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5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8" name="Freeform 564">
                <a:extLst>
                  <a:ext uri="{FF2B5EF4-FFF2-40B4-BE49-F238E27FC236}">
                    <a16:creationId xmlns:a16="http://schemas.microsoft.com/office/drawing/2014/main" id="{2AA8D019-09DB-BF43-60C5-CACEB46EF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55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9" name="Freeform 565">
                <a:extLst>
                  <a:ext uri="{FF2B5EF4-FFF2-40B4-BE49-F238E27FC236}">
                    <a16:creationId xmlns:a16="http://schemas.microsoft.com/office/drawing/2014/main" id="{4C3F761C-F458-65D2-E100-79198AE78B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6" y="58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0" name="Freeform 566">
                <a:extLst>
                  <a:ext uri="{FF2B5EF4-FFF2-40B4-BE49-F238E27FC236}">
                    <a16:creationId xmlns:a16="http://schemas.microsoft.com/office/drawing/2014/main" id="{33A6A5C4-7DA4-C485-D1EE-D9579FD5C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62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1" name="Freeform 567">
                <a:extLst>
                  <a:ext uri="{FF2B5EF4-FFF2-40B4-BE49-F238E27FC236}">
                    <a16:creationId xmlns:a16="http://schemas.microsoft.com/office/drawing/2014/main" id="{6EB6DDD6-F32A-E687-E9D8-9DAFAE4EB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" y="65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2" name="Freeform 568">
                <a:extLst>
                  <a:ext uri="{FF2B5EF4-FFF2-40B4-BE49-F238E27FC236}">
                    <a16:creationId xmlns:a16="http://schemas.microsoft.com/office/drawing/2014/main" id="{A6073313-9A47-4ADB-385D-445F2B140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689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3" name="Freeform 569">
                <a:extLst>
                  <a:ext uri="{FF2B5EF4-FFF2-40B4-BE49-F238E27FC236}">
                    <a16:creationId xmlns:a16="http://schemas.microsoft.com/office/drawing/2014/main" id="{D8294738-990C-C40C-E835-623B143F2D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1" y="722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4" name="Freeform 570">
                <a:extLst>
                  <a:ext uri="{FF2B5EF4-FFF2-40B4-BE49-F238E27FC236}">
                    <a16:creationId xmlns:a16="http://schemas.microsoft.com/office/drawing/2014/main" id="{362CDE7E-63A5-B6AC-C55E-FD9C23FB6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" y="756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5" name="Freeform 571">
                <a:extLst>
                  <a:ext uri="{FF2B5EF4-FFF2-40B4-BE49-F238E27FC236}">
                    <a16:creationId xmlns:a16="http://schemas.microsoft.com/office/drawing/2014/main" id="{A377EFF7-9E4C-E87C-E40D-CD81162A08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3" y="79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6" name="Freeform 572">
                <a:extLst>
                  <a:ext uri="{FF2B5EF4-FFF2-40B4-BE49-F238E27FC236}">
                    <a16:creationId xmlns:a16="http://schemas.microsoft.com/office/drawing/2014/main" id="{9298217C-130E-55EE-96C4-60104ED41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82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7" name="Freeform 573">
                <a:extLst>
                  <a:ext uri="{FF2B5EF4-FFF2-40B4-BE49-F238E27FC236}">
                    <a16:creationId xmlns:a16="http://schemas.microsoft.com/office/drawing/2014/main" id="{1975B7B6-7B18-31C8-07A7-C2C9A2E82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5" y="8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8" name="Freeform 574">
                <a:extLst>
                  <a:ext uri="{FF2B5EF4-FFF2-40B4-BE49-F238E27FC236}">
                    <a16:creationId xmlns:a16="http://schemas.microsoft.com/office/drawing/2014/main" id="{1F57792D-7687-C903-A82D-BB54E6AA7A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892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9" name="Freeform 575">
                <a:extLst>
                  <a:ext uri="{FF2B5EF4-FFF2-40B4-BE49-F238E27FC236}">
                    <a16:creationId xmlns:a16="http://schemas.microsoft.com/office/drawing/2014/main" id="{ED736E18-2B63-F7F2-B038-3D486D4B0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92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0" name="Freeform 576">
                <a:extLst>
                  <a:ext uri="{FF2B5EF4-FFF2-40B4-BE49-F238E27FC236}">
                    <a16:creationId xmlns:a16="http://schemas.microsoft.com/office/drawing/2014/main" id="{B99204DF-9103-CBA1-D0A4-9765D57F1C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959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1" name="Oval 577">
                <a:extLst>
                  <a:ext uri="{FF2B5EF4-FFF2-40B4-BE49-F238E27FC236}">
                    <a16:creationId xmlns:a16="http://schemas.microsoft.com/office/drawing/2014/main" id="{1740B96B-665A-A96B-8B30-91AD012FA8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1" y="99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2" name="Freeform 578">
                <a:extLst>
                  <a:ext uri="{FF2B5EF4-FFF2-40B4-BE49-F238E27FC236}">
                    <a16:creationId xmlns:a16="http://schemas.microsoft.com/office/drawing/2014/main" id="{8D579E14-93E6-719D-C5CC-D821BBBC8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323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3" name="Freeform 579">
                <a:extLst>
                  <a:ext uri="{FF2B5EF4-FFF2-40B4-BE49-F238E27FC236}">
                    <a16:creationId xmlns:a16="http://schemas.microsoft.com/office/drawing/2014/main" id="{F4F61917-F3FB-7D27-D61A-D2097F2718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1" y="35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4" name="Freeform 580">
                <a:extLst>
                  <a:ext uri="{FF2B5EF4-FFF2-40B4-BE49-F238E27FC236}">
                    <a16:creationId xmlns:a16="http://schemas.microsoft.com/office/drawing/2014/main" id="{EE19A94E-AD9E-B001-F390-CB5A7BB229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8" y="39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5" name="Freeform 581">
                <a:extLst>
                  <a:ext uri="{FF2B5EF4-FFF2-40B4-BE49-F238E27FC236}">
                    <a16:creationId xmlns:a16="http://schemas.microsoft.com/office/drawing/2014/main" id="{7804C46B-68C5-058F-728A-F3C7B051C7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42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6" name="Freeform 582">
                <a:extLst>
                  <a:ext uri="{FF2B5EF4-FFF2-40B4-BE49-F238E27FC236}">
                    <a16:creationId xmlns:a16="http://schemas.microsoft.com/office/drawing/2014/main" id="{7D4DBFF8-AE2D-F57E-8F47-69A2D7EBC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4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7" name="Oval 583">
                <a:extLst>
                  <a:ext uri="{FF2B5EF4-FFF2-40B4-BE49-F238E27FC236}">
                    <a16:creationId xmlns:a16="http://schemas.microsoft.com/office/drawing/2014/main" id="{4229C878-BDB0-ADAE-F659-F966E629F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49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8" name="Freeform 584">
                <a:extLst>
                  <a:ext uri="{FF2B5EF4-FFF2-40B4-BE49-F238E27FC236}">
                    <a16:creationId xmlns:a16="http://schemas.microsoft.com/office/drawing/2014/main" id="{2BEB74B1-2CD9-F069-85E7-2AFE42BE6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2" y="526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9" name="Freeform 585">
                <a:extLst>
                  <a:ext uri="{FF2B5EF4-FFF2-40B4-BE49-F238E27FC236}">
                    <a16:creationId xmlns:a16="http://schemas.microsoft.com/office/drawing/2014/main" id="{64110547-A54B-6303-7DE1-471BD0CC1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8" y="560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0" name="Freeform 586">
                <a:extLst>
                  <a:ext uri="{FF2B5EF4-FFF2-40B4-BE49-F238E27FC236}">
                    <a16:creationId xmlns:a16="http://schemas.microsoft.com/office/drawing/2014/main" id="{60D2AAF8-9F42-8B26-5829-88419A8B4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5" y="593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1" name="Freeform 587">
                <a:extLst>
                  <a:ext uri="{FF2B5EF4-FFF2-40B4-BE49-F238E27FC236}">
                    <a16:creationId xmlns:a16="http://schemas.microsoft.com/office/drawing/2014/main" id="{0FF727E9-7F1E-C639-4C8A-56F49D21F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62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2" name="Freeform 588">
                <a:extLst>
                  <a:ext uri="{FF2B5EF4-FFF2-40B4-BE49-F238E27FC236}">
                    <a16:creationId xmlns:a16="http://schemas.microsoft.com/office/drawing/2014/main" id="{9762C52B-F046-A942-0911-FBE829D3A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7" y="661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3" name="Oval 589">
                <a:extLst>
                  <a:ext uri="{FF2B5EF4-FFF2-40B4-BE49-F238E27FC236}">
                    <a16:creationId xmlns:a16="http://schemas.microsoft.com/office/drawing/2014/main" id="{78403D8A-65DA-546A-6F88-5EC788822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4" y="69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4" name="Oval 590">
                <a:extLst>
                  <a:ext uri="{FF2B5EF4-FFF2-40B4-BE49-F238E27FC236}">
                    <a16:creationId xmlns:a16="http://schemas.microsoft.com/office/drawing/2014/main" id="{EC32E931-C335-B73D-D5FF-D3797B0F6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0" y="73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5" name="Freeform 591">
                <a:extLst>
                  <a:ext uri="{FF2B5EF4-FFF2-40B4-BE49-F238E27FC236}">
                    <a16:creationId xmlns:a16="http://schemas.microsoft.com/office/drawing/2014/main" id="{DA588A5C-4D4C-80F3-3563-33D65D6BF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5" y="763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6" name="Freeform 592">
                <a:extLst>
                  <a:ext uri="{FF2B5EF4-FFF2-40B4-BE49-F238E27FC236}">
                    <a16:creationId xmlns:a16="http://schemas.microsoft.com/office/drawing/2014/main" id="{D0494294-C19C-11A5-621D-0305E84DA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2" y="796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7" name="Freeform 593">
                <a:extLst>
                  <a:ext uri="{FF2B5EF4-FFF2-40B4-BE49-F238E27FC236}">
                    <a16:creationId xmlns:a16="http://schemas.microsoft.com/office/drawing/2014/main" id="{0B1BDF30-A35C-5C2B-7862-014E5DDA8D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8" y="8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8" name="Freeform 594">
                <a:extLst>
                  <a:ext uri="{FF2B5EF4-FFF2-40B4-BE49-F238E27FC236}">
                    <a16:creationId xmlns:a16="http://schemas.microsoft.com/office/drawing/2014/main" id="{C9FCE268-4825-8801-D1E4-FFF156C2D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" y="864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9" name="Freeform 595">
                <a:extLst>
                  <a:ext uri="{FF2B5EF4-FFF2-40B4-BE49-F238E27FC236}">
                    <a16:creationId xmlns:a16="http://schemas.microsoft.com/office/drawing/2014/main" id="{DA7F5C57-2B95-1D9C-1FF0-DF32F2D9B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89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0" name="Freeform 596">
                <a:extLst>
                  <a:ext uri="{FF2B5EF4-FFF2-40B4-BE49-F238E27FC236}">
                    <a16:creationId xmlns:a16="http://schemas.microsoft.com/office/drawing/2014/main" id="{3EE7D5D5-057A-5C6D-B6DD-AD2C1A9B4D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932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1" name="Freeform 597">
                <a:extLst>
                  <a:ext uri="{FF2B5EF4-FFF2-40B4-BE49-F238E27FC236}">
                    <a16:creationId xmlns:a16="http://schemas.microsoft.com/office/drawing/2014/main" id="{6C5B60B2-476B-46C3-9395-F3946F66D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2" y="96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2" name="Freeform 598">
                <a:extLst>
                  <a:ext uri="{FF2B5EF4-FFF2-40B4-BE49-F238E27FC236}">
                    <a16:creationId xmlns:a16="http://schemas.microsoft.com/office/drawing/2014/main" id="{7D036C03-9314-168D-F1A3-B0624FEE71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8" y="29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3" name="Freeform 599">
                <a:extLst>
                  <a:ext uri="{FF2B5EF4-FFF2-40B4-BE49-F238E27FC236}">
                    <a16:creationId xmlns:a16="http://schemas.microsoft.com/office/drawing/2014/main" id="{CBECF7B8-AC33-CB07-B4C0-A7957D54C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32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4" name="Freeform 600">
                <a:extLst>
                  <a:ext uri="{FF2B5EF4-FFF2-40B4-BE49-F238E27FC236}">
                    <a16:creationId xmlns:a16="http://schemas.microsoft.com/office/drawing/2014/main" id="{D893971D-3649-5602-5511-CF8597C3F8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36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5" name="Freeform 601">
                <a:extLst>
                  <a:ext uri="{FF2B5EF4-FFF2-40B4-BE49-F238E27FC236}">
                    <a16:creationId xmlns:a16="http://schemas.microsoft.com/office/drawing/2014/main" id="{87239ABF-5641-58CC-1C4E-6DA3A4D5B7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6" y="397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6" name="Freeform 602">
                <a:extLst>
                  <a:ext uri="{FF2B5EF4-FFF2-40B4-BE49-F238E27FC236}">
                    <a16:creationId xmlns:a16="http://schemas.microsoft.com/office/drawing/2014/main" id="{3C2F60C2-8B1B-B524-C486-F1A5A07921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2" y="43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7" name="Oval 603">
                <a:extLst>
                  <a:ext uri="{FF2B5EF4-FFF2-40B4-BE49-F238E27FC236}">
                    <a16:creationId xmlns:a16="http://schemas.microsoft.com/office/drawing/2014/main" id="{9C7BECFD-5B9C-087A-F2C3-8F654FA47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46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8" name="Oval 604">
                <a:extLst>
                  <a:ext uri="{FF2B5EF4-FFF2-40B4-BE49-F238E27FC236}">
                    <a16:creationId xmlns:a16="http://schemas.microsoft.com/office/drawing/2014/main" id="{9FDB876D-C7F3-AC3A-8DEF-D719B5A10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6" y="49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9" name="Freeform 605">
                <a:extLst>
                  <a:ext uri="{FF2B5EF4-FFF2-40B4-BE49-F238E27FC236}">
                    <a16:creationId xmlns:a16="http://schemas.microsoft.com/office/drawing/2014/main" id="{143D2F62-F9F1-8BD0-040B-3F0B5AD55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" y="53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0" name="Freeform 606">
                <a:extLst>
                  <a:ext uri="{FF2B5EF4-FFF2-40B4-BE49-F238E27FC236}">
                    <a16:creationId xmlns:a16="http://schemas.microsoft.com/office/drawing/2014/main" id="{17902845-E3D6-6C92-C95F-3BC9DFDF5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7" y="56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sp>
          <p:nvSpPr>
            <p:cNvPr id="59" name="Freeform 608">
              <a:extLst>
                <a:ext uri="{FF2B5EF4-FFF2-40B4-BE49-F238E27FC236}">
                  <a16:creationId xmlns:a16="http://schemas.microsoft.com/office/drawing/2014/main" id="{956CD8C2-1D7E-6931-DFE8-25FBEC804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9665" y="952500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" name="Freeform 609">
              <a:extLst>
                <a:ext uri="{FF2B5EF4-FFF2-40B4-BE49-F238E27FC236}">
                  <a16:creationId xmlns:a16="http://schemas.microsoft.com/office/drawing/2014/main" id="{8AA29F11-55F5-2716-8CF3-99CD2BB15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690" y="1004888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" name="Freeform 610">
              <a:extLst>
                <a:ext uri="{FF2B5EF4-FFF2-40B4-BE49-F238E27FC236}">
                  <a16:creationId xmlns:a16="http://schemas.microsoft.com/office/drawing/2014/main" id="{5E9806A4-8C70-7BEA-4BE7-4365A37E6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303" y="1058863"/>
              <a:ext cx="34925" cy="36513"/>
            </a:xfrm>
            <a:custGeom>
              <a:avLst/>
              <a:gdLst>
                <a:gd name="T0" fmla="*/ 195 w 1094"/>
                <a:gd name="T1" fmla="*/ 900 h 1094"/>
                <a:gd name="T2" fmla="*/ 195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5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" name="Freeform 611">
              <a:extLst>
                <a:ext uri="{FF2B5EF4-FFF2-40B4-BE49-F238E27FC236}">
                  <a16:creationId xmlns:a16="http://schemas.microsoft.com/office/drawing/2014/main" id="{0E6E4744-F4B4-636F-95EF-FCB13CB1B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9328" y="1112838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" name="Freeform 612">
              <a:extLst>
                <a:ext uri="{FF2B5EF4-FFF2-40B4-BE49-F238E27FC236}">
                  <a16:creationId xmlns:a16="http://schemas.microsoft.com/office/drawing/2014/main" id="{46F028AD-B73C-56E7-1AEF-222DA7099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5353" y="1166813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" name="Freeform 613">
              <a:extLst>
                <a:ext uri="{FF2B5EF4-FFF2-40B4-BE49-F238E27FC236}">
                  <a16:creationId xmlns:a16="http://schemas.microsoft.com/office/drawing/2014/main" id="{A4DE2A6C-11C8-793C-CD55-3D3FC6AF2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378" y="12207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" name="Freeform 614">
              <a:extLst>
                <a:ext uri="{FF2B5EF4-FFF2-40B4-BE49-F238E27FC236}">
                  <a16:creationId xmlns:a16="http://schemas.microsoft.com/office/drawing/2014/main" id="{A8AD7DD3-DCF0-7D6B-9E2A-56ABDEA9C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7403" y="127476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" name="Freeform 615">
              <a:extLst>
                <a:ext uri="{FF2B5EF4-FFF2-40B4-BE49-F238E27FC236}">
                  <a16:creationId xmlns:a16="http://schemas.microsoft.com/office/drawing/2014/main" id="{0E18DF70-1CDA-076C-AF8A-F8B5AD5AF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3428" y="132715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" name="Freeform 616">
              <a:extLst>
                <a:ext uri="{FF2B5EF4-FFF2-40B4-BE49-F238E27FC236}">
                  <a16:creationId xmlns:a16="http://schemas.microsoft.com/office/drawing/2014/main" id="{EC41440D-07E3-9AC5-CDD1-5E6959E69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453" y="1381125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" name="Freeform 617">
              <a:extLst>
                <a:ext uri="{FF2B5EF4-FFF2-40B4-BE49-F238E27FC236}">
                  <a16:creationId xmlns:a16="http://schemas.microsoft.com/office/drawing/2014/main" id="{9AB1119F-090E-693B-4BF7-9D2226B67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065" y="1435100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" name="Freeform 618">
              <a:extLst>
                <a:ext uri="{FF2B5EF4-FFF2-40B4-BE49-F238E27FC236}">
                  <a16:creationId xmlns:a16="http://schemas.microsoft.com/office/drawing/2014/main" id="{E45ECD64-FECB-01CC-1216-3D82996B5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3090" y="1489075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>
            <a:spLocks noGrp="1"/>
          </p:cNvSpPr>
          <p:nvPr>
            <p:ph type="title"/>
          </p:nvPr>
        </p:nvSpPr>
        <p:spPr>
          <a:xfrm>
            <a:off x="723900" y="1543455"/>
            <a:ext cx="7696200" cy="1307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body" idx="1"/>
          </p:nvPr>
        </p:nvSpPr>
        <p:spPr>
          <a:xfrm>
            <a:off x="723900" y="2850609"/>
            <a:ext cx="7696200" cy="495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AF9E86-B9DE-1991-D376-0D42D38E78D9}"/>
              </a:ext>
            </a:extLst>
          </p:cNvPr>
          <p:cNvGrpSpPr/>
          <p:nvPr userDrawn="1"/>
        </p:nvGrpSpPr>
        <p:grpSpPr>
          <a:xfrm>
            <a:off x="7927055" y="-813425"/>
            <a:ext cx="2105344" cy="2105344"/>
            <a:chOff x="478444" y="466725"/>
            <a:chExt cx="1592263" cy="1592263"/>
          </a:xfrm>
          <a:solidFill>
            <a:schemeClr val="accent1"/>
          </a:solidFill>
        </p:grpSpPr>
        <p:grpSp>
          <p:nvGrpSpPr>
            <p:cNvPr id="3" name="Group 205">
              <a:extLst>
                <a:ext uri="{FF2B5EF4-FFF2-40B4-BE49-F238E27FC236}">
                  <a16:creationId xmlns:a16="http://schemas.microsoft.com/office/drawing/2014/main" id="{385BD39B-B9F1-D17D-8D91-520031F498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206" y="466725"/>
              <a:ext cx="1460501" cy="1460500"/>
              <a:chOff x="1166" y="294"/>
              <a:chExt cx="920" cy="920"/>
            </a:xfrm>
            <a:grpFill/>
          </p:grpSpPr>
          <p:sp>
            <p:nvSpPr>
              <p:cNvPr id="64" name="Freeform 5">
                <a:extLst>
                  <a:ext uri="{FF2B5EF4-FFF2-40B4-BE49-F238E27FC236}">
                    <a16:creationId xmlns:a16="http://schemas.microsoft.com/office/drawing/2014/main" id="{774C21AF-B9DA-1390-5E5A-D27A6817C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" y="2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5" name="Freeform 6">
                <a:extLst>
                  <a:ext uri="{FF2B5EF4-FFF2-40B4-BE49-F238E27FC236}">
                    <a16:creationId xmlns:a16="http://schemas.microsoft.com/office/drawing/2014/main" id="{A1AE9210-EA98-3E20-AB5D-90609C47C9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32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6" name="Freeform 7">
                <a:extLst>
                  <a:ext uri="{FF2B5EF4-FFF2-40B4-BE49-F238E27FC236}">
                    <a16:creationId xmlns:a16="http://schemas.microsoft.com/office/drawing/2014/main" id="{DBBBB452-0488-8767-780D-D70C478C0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4" y="36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7" name="Freeform 8">
                <a:extLst>
                  <a:ext uri="{FF2B5EF4-FFF2-40B4-BE49-F238E27FC236}">
                    <a16:creationId xmlns:a16="http://schemas.microsoft.com/office/drawing/2014/main" id="{5C303079-6DB7-2BC6-EF88-07EB028743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3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8" name="Freeform 9">
                <a:extLst>
                  <a:ext uri="{FF2B5EF4-FFF2-40B4-BE49-F238E27FC236}">
                    <a16:creationId xmlns:a16="http://schemas.microsoft.com/office/drawing/2014/main" id="{0D5A5242-FF0C-2CD3-FDFC-4576573CF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2" y="43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9" name="Freeform 10">
                <a:extLst>
                  <a:ext uri="{FF2B5EF4-FFF2-40B4-BE49-F238E27FC236}">
                    <a16:creationId xmlns:a16="http://schemas.microsoft.com/office/drawing/2014/main" id="{DD7E0C7A-90BC-BE84-33DB-6BB1FF357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46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2" name="Freeform 11">
                <a:extLst>
                  <a:ext uri="{FF2B5EF4-FFF2-40B4-BE49-F238E27FC236}">
                    <a16:creationId xmlns:a16="http://schemas.microsoft.com/office/drawing/2014/main" id="{9219DC88-4422-2099-125F-235FA9265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4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3" name="Freeform 12">
                <a:extLst>
                  <a:ext uri="{FF2B5EF4-FFF2-40B4-BE49-F238E27FC236}">
                    <a16:creationId xmlns:a16="http://schemas.microsoft.com/office/drawing/2014/main" id="{850BF9AD-EE0B-C86F-EC46-4C7150B336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53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4" name="Freeform 13">
                <a:extLst>
                  <a:ext uri="{FF2B5EF4-FFF2-40B4-BE49-F238E27FC236}">
                    <a16:creationId xmlns:a16="http://schemas.microsoft.com/office/drawing/2014/main" id="{6DB082EF-594A-E5E8-45AA-E0561DBC13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9" y="566"/>
                <a:ext cx="22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5" name="Freeform 14">
                <a:extLst>
                  <a:ext uri="{FF2B5EF4-FFF2-40B4-BE49-F238E27FC236}">
                    <a16:creationId xmlns:a16="http://schemas.microsoft.com/office/drawing/2014/main" id="{5DB083AF-21E9-4F00-A450-622BC40EE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" y="6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6" name="Freeform 15">
                <a:extLst>
                  <a:ext uri="{FF2B5EF4-FFF2-40B4-BE49-F238E27FC236}">
                    <a16:creationId xmlns:a16="http://schemas.microsoft.com/office/drawing/2014/main" id="{AA8046F9-C766-94BB-731C-6F926BD40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63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7" name="Freeform 16">
                <a:extLst>
                  <a:ext uri="{FF2B5EF4-FFF2-40B4-BE49-F238E27FC236}">
                    <a16:creationId xmlns:a16="http://schemas.microsoft.com/office/drawing/2014/main" id="{82542A83-87B2-3E13-B676-8D300AD7E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1" y="66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8" name="Freeform 17">
                <a:extLst>
                  <a:ext uri="{FF2B5EF4-FFF2-40B4-BE49-F238E27FC236}">
                    <a16:creationId xmlns:a16="http://schemas.microsoft.com/office/drawing/2014/main" id="{098E536D-1731-3249-2391-A90683943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" y="70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9" name="Freeform 18">
                <a:extLst>
                  <a:ext uri="{FF2B5EF4-FFF2-40B4-BE49-F238E27FC236}">
                    <a16:creationId xmlns:a16="http://schemas.microsoft.com/office/drawing/2014/main" id="{90580E02-0454-AF73-AAD5-F36566E65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9" y="73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0" name="Freeform 19">
                <a:extLst>
                  <a:ext uri="{FF2B5EF4-FFF2-40B4-BE49-F238E27FC236}">
                    <a16:creationId xmlns:a16="http://schemas.microsoft.com/office/drawing/2014/main" id="{62B96CB3-3290-C7EB-9AD5-58760BEC50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" y="77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1" name="Freeform 20">
                <a:extLst>
                  <a:ext uri="{FF2B5EF4-FFF2-40B4-BE49-F238E27FC236}">
                    <a16:creationId xmlns:a16="http://schemas.microsoft.com/office/drawing/2014/main" id="{210D3C7D-50AE-D5F3-A339-5C32D6659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7" y="80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2" name="Freeform 21">
                <a:extLst>
                  <a:ext uri="{FF2B5EF4-FFF2-40B4-BE49-F238E27FC236}">
                    <a16:creationId xmlns:a16="http://schemas.microsoft.com/office/drawing/2014/main" id="{B7F7E46B-9C1B-6A32-F1D9-D1800D52C5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1" y="839"/>
                <a:ext cx="23" cy="22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3" name="Freeform 22">
                <a:extLst>
                  <a:ext uri="{FF2B5EF4-FFF2-40B4-BE49-F238E27FC236}">
                    <a16:creationId xmlns:a16="http://schemas.microsoft.com/office/drawing/2014/main" id="{7C5E7C15-D2C3-01AD-9A9A-325A20E0A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5" y="87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4" name="Freeform 23">
                <a:extLst>
                  <a:ext uri="{FF2B5EF4-FFF2-40B4-BE49-F238E27FC236}">
                    <a16:creationId xmlns:a16="http://schemas.microsoft.com/office/drawing/2014/main" id="{43ED7B02-4E9B-EFD0-929B-DDC28696D6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9" y="9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5" name="Freeform 24">
                <a:extLst>
                  <a:ext uri="{FF2B5EF4-FFF2-40B4-BE49-F238E27FC236}">
                    <a16:creationId xmlns:a16="http://schemas.microsoft.com/office/drawing/2014/main" id="{7FC46161-B409-7629-345C-4B8EC2C9C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" y="9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6" name="Freeform 25">
                <a:extLst>
                  <a:ext uri="{FF2B5EF4-FFF2-40B4-BE49-F238E27FC236}">
                    <a16:creationId xmlns:a16="http://schemas.microsoft.com/office/drawing/2014/main" id="{465280A7-E9FC-7C96-97F9-92485E5EA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8" y="32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7" name="Oval 26">
                <a:extLst>
                  <a:ext uri="{FF2B5EF4-FFF2-40B4-BE49-F238E27FC236}">
                    <a16:creationId xmlns:a16="http://schemas.microsoft.com/office/drawing/2014/main" id="{25EBAAD7-43D0-4C89-B6C1-A61CC6518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3" y="35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8" name="Oval 27">
                <a:extLst>
                  <a:ext uri="{FF2B5EF4-FFF2-40B4-BE49-F238E27FC236}">
                    <a16:creationId xmlns:a16="http://schemas.microsoft.com/office/drawing/2014/main" id="{B0772A62-9FF2-B2E6-2B33-A9E20B595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8" y="391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9" name="Freeform 28">
                <a:extLst>
                  <a:ext uri="{FF2B5EF4-FFF2-40B4-BE49-F238E27FC236}">
                    <a16:creationId xmlns:a16="http://schemas.microsoft.com/office/drawing/2014/main" id="{AC92D46E-EE41-6A4D-0773-ADD656527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1" y="424"/>
                <a:ext cx="22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0" name="Freeform 29">
                <a:extLst>
                  <a:ext uri="{FF2B5EF4-FFF2-40B4-BE49-F238E27FC236}">
                    <a16:creationId xmlns:a16="http://schemas.microsoft.com/office/drawing/2014/main" id="{4ADE6B52-33F6-8419-B7BC-ABD1CB076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45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1" name="Freeform 30">
                <a:extLst>
                  <a:ext uri="{FF2B5EF4-FFF2-40B4-BE49-F238E27FC236}">
                    <a16:creationId xmlns:a16="http://schemas.microsoft.com/office/drawing/2014/main" id="{7B5413E9-A84D-CCEB-1552-DAA96D9A3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4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2" name="Freeform 31">
                <a:extLst>
                  <a:ext uri="{FF2B5EF4-FFF2-40B4-BE49-F238E27FC236}">
                    <a16:creationId xmlns:a16="http://schemas.microsoft.com/office/drawing/2014/main" id="{7C10D377-3723-AB9F-2310-2B9647C106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3" y="526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3" name="Freeform 32">
                <a:extLst>
                  <a:ext uri="{FF2B5EF4-FFF2-40B4-BE49-F238E27FC236}">
                    <a16:creationId xmlns:a16="http://schemas.microsoft.com/office/drawing/2014/main" id="{851BE64D-25CD-B6B8-C6AA-E181CFA9B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7" y="56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4" name="Freeform 33">
                <a:extLst>
                  <a:ext uri="{FF2B5EF4-FFF2-40B4-BE49-F238E27FC236}">
                    <a16:creationId xmlns:a16="http://schemas.microsoft.com/office/drawing/2014/main" id="{33093EBE-0837-F42D-2DFB-C502BF0CF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5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5" name="Freeform 34">
                <a:extLst>
                  <a:ext uri="{FF2B5EF4-FFF2-40B4-BE49-F238E27FC236}">
                    <a16:creationId xmlns:a16="http://schemas.microsoft.com/office/drawing/2014/main" id="{535D7A0F-2E1C-C79A-3307-3396BC366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628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6" name="Freeform 35">
                <a:extLst>
                  <a:ext uri="{FF2B5EF4-FFF2-40B4-BE49-F238E27FC236}">
                    <a16:creationId xmlns:a16="http://schemas.microsoft.com/office/drawing/2014/main" id="{976BDC57-7FB2-294E-C971-8337190333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" y="66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7" name="Freeform 36">
                <a:extLst>
                  <a:ext uri="{FF2B5EF4-FFF2-40B4-BE49-F238E27FC236}">
                    <a16:creationId xmlns:a16="http://schemas.microsoft.com/office/drawing/2014/main" id="{30990F1D-2E88-F4F1-483B-BCD69227C4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3" y="6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8" name="Freeform 37">
                <a:extLst>
                  <a:ext uri="{FF2B5EF4-FFF2-40B4-BE49-F238E27FC236}">
                    <a16:creationId xmlns:a16="http://schemas.microsoft.com/office/drawing/2014/main" id="{6CCE2446-310E-CC4C-8ACC-C62DFFD5B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730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9" name="Freeform 38">
                <a:extLst>
                  <a:ext uri="{FF2B5EF4-FFF2-40B4-BE49-F238E27FC236}">
                    <a16:creationId xmlns:a16="http://schemas.microsoft.com/office/drawing/2014/main" id="{63856299-E055-20FD-887C-D21562BFF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1" y="76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0" name="Freeform 39">
                <a:extLst>
                  <a:ext uri="{FF2B5EF4-FFF2-40B4-BE49-F238E27FC236}">
                    <a16:creationId xmlns:a16="http://schemas.microsoft.com/office/drawing/2014/main" id="{266DF1EB-C18D-252E-B593-11AB15AF7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7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1" name="Freeform 40">
                <a:extLst>
                  <a:ext uri="{FF2B5EF4-FFF2-40B4-BE49-F238E27FC236}">
                    <a16:creationId xmlns:a16="http://schemas.microsoft.com/office/drawing/2014/main" id="{720E091D-9BF5-0E68-602D-CE03790C7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" y="83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2" name="Freeform 41">
                <a:extLst>
                  <a:ext uri="{FF2B5EF4-FFF2-40B4-BE49-F238E27FC236}">
                    <a16:creationId xmlns:a16="http://schemas.microsoft.com/office/drawing/2014/main" id="{F06E7A37-40CF-8985-2005-6F7BDC035F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86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3" name="Freeform 42">
                <a:extLst>
                  <a:ext uri="{FF2B5EF4-FFF2-40B4-BE49-F238E27FC236}">
                    <a16:creationId xmlns:a16="http://schemas.microsoft.com/office/drawing/2014/main" id="{4BE3B522-2BC6-04D8-E68D-6587D8F31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7" y="9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4" name="Freeform 43">
                <a:extLst>
                  <a:ext uri="{FF2B5EF4-FFF2-40B4-BE49-F238E27FC236}">
                    <a16:creationId xmlns:a16="http://schemas.microsoft.com/office/drawing/2014/main" id="{9ADE4994-D633-2AD1-1CF3-43A83AF4C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1" y="934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5" name="Freeform 44">
                <a:extLst>
                  <a:ext uri="{FF2B5EF4-FFF2-40B4-BE49-F238E27FC236}">
                    <a16:creationId xmlns:a16="http://schemas.microsoft.com/office/drawing/2014/main" id="{64A0065C-4749-35E4-9D85-CDE915144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" y="96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6" name="Freeform 45">
                <a:extLst>
                  <a:ext uri="{FF2B5EF4-FFF2-40B4-BE49-F238E27FC236}">
                    <a16:creationId xmlns:a16="http://schemas.microsoft.com/office/drawing/2014/main" id="{B09FC7A0-B233-03DE-5780-C698A78D2C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349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7" name="Freeform 46">
                <a:extLst>
                  <a:ext uri="{FF2B5EF4-FFF2-40B4-BE49-F238E27FC236}">
                    <a16:creationId xmlns:a16="http://schemas.microsoft.com/office/drawing/2014/main" id="{137E6D45-9E36-644E-B1D7-A97C799AC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5" y="38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8" name="Oval 47">
                <a:extLst>
                  <a:ext uri="{FF2B5EF4-FFF2-40B4-BE49-F238E27FC236}">
                    <a16:creationId xmlns:a16="http://schemas.microsoft.com/office/drawing/2014/main" id="{3ACF31D0-FDC4-6390-9928-9CD751BCB9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0" y="41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9" name="Freeform 48">
                <a:extLst>
                  <a:ext uri="{FF2B5EF4-FFF2-40B4-BE49-F238E27FC236}">
                    <a16:creationId xmlns:a16="http://schemas.microsoft.com/office/drawing/2014/main" id="{60E852C4-4D7C-F20A-960B-31D05FBC3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451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0" name="Freeform 49">
                <a:extLst>
                  <a:ext uri="{FF2B5EF4-FFF2-40B4-BE49-F238E27FC236}">
                    <a16:creationId xmlns:a16="http://schemas.microsoft.com/office/drawing/2014/main" id="{B888C53F-AF2A-B31F-C227-A8117612A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7" y="486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1" name="Freeform 50">
                <a:extLst>
                  <a:ext uri="{FF2B5EF4-FFF2-40B4-BE49-F238E27FC236}">
                    <a16:creationId xmlns:a16="http://schemas.microsoft.com/office/drawing/2014/main" id="{388F1BE7-8467-47C4-4530-C4EB1089A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1" y="5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2" name="Oval 51">
                <a:extLst>
                  <a:ext uri="{FF2B5EF4-FFF2-40B4-BE49-F238E27FC236}">
                    <a16:creationId xmlns:a16="http://schemas.microsoft.com/office/drawing/2014/main" id="{58D31C85-50FF-F932-3FC5-DD0C46F12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6" y="55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3" name="Freeform 52">
                <a:extLst>
                  <a:ext uri="{FF2B5EF4-FFF2-40B4-BE49-F238E27FC236}">
                    <a16:creationId xmlns:a16="http://schemas.microsoft.com/office/drawing/2014/main" id="{E706FCDD-863D-1B82-B443-1C8053BAE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9" y="5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4" name="Freeform 53">
                <a:extLst>
                  <a:ext uri="{FF2B5EF4-FFF2-40B4-BE49-F238E27FC236}">
                    <a16:creationId xmlns:a16="http://schemas.microsoft.com/office/drawing/2014/main" id="{26289560-A33A-11E6-BC5D-7895BF9F4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6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5" name="Freeform 54">
                <a:extLst>
                  <a:ext uri="{FF2B5EF4-FFF2-40B4-BE49-F238E27FC236}">
                    <a16:creationId xmlns:a16="http://schemas.microsoft.com/office/drawing/2014/main" id="{9DF365AD-BE28-86DE-FE12-B52D1BCDAA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7" y="656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6" name="Freeform 55">
                <a:extLst>
                  <a:ext uri="{FF2B5EF4-FFF2-40B4-BE49-F238E27FC236}">
                    <a16:creationId xmlns:a16="http://schemas.microsoft.com/office/drawing/2014/main" id="{ED0CF68B-14AA-E89C-8A9F-AF1D53509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1" y="6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7" name="Freeform 56">
                <a:extLst>
                  <a:ext uri="{FF2B5EF4-FFF2-40B4-BE49-F238E27FC236}">
                    <a16:creationId xmlns:a16="http://schemas.microsoft.com/office/drawing/2014/main" id="{09A0F714-2140-59D9-E035-01904ABAA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5" y="72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8" name="Freeform 57">
                <a:extLst>
                  <a:ext uri="{FF2B5EF4-FFF2-40B4-BE49-F238E27FC236}">
                    <a16:creationId xmlns:a16="http://schemas.microsoft.com/office/drawing/2014/main" id="{AD923D79-1761-4BC8-CE61-A15A6D8B8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9" y="758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9" name="Freeform 58">
                <a:extLst>
                  <a:ext uri="{FF2B5EF4-FFF2-40B4-BE49-F238E27FC236}">
                    <a16:creationId xmlns:a16="http://schemas.microsoft.com/office/drawing/2014/main" id="{3DEE5440-A353-C92C-9A89-89F911264A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" y="7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0" name="Freeform 59">
                <a:extLst>
                  <a:ext uri="{FF2B5EF4-FFF2-40B4-BE49-F238E27FC236}">
                    <a16:creationId xmlns:a16="http://schemas.microsoft.com/office/drawing/2014/main" id="{7EFF8A7E-92D3-26BE-3AC6-F96B45EC5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7" y="82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1" name="Freeform 60">
                <a:extLst>
                  <a:ext uri="{FF2B5EF4-FFF2-40B4-BE49-F238E27FC236}">
                    <a16:creationId xmlns:a16="http://schemas.microsoft.com/office/drawing/2014/main" id="{B6B9D367-F489-7E51-FB72-37EBDB24E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1" y="860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2" name="Freeform 61">
                <a:extLst>
                  <a:ext uri="{FF2B5EF4-FFF2-40B4-BE49-F238E27FC236}">
                    <a16:creationId xmlns:a16="http://schemas.microsoft.com/office/drawing/2014/main" id="{21128490-A1E2-DB3E-DAD4-9015A7A05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5" y="8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3" name="Freeform 62">
                <a:extLst>
                  <a:ext uri="{FF2B5EF4-FFF2-40B4-BE49-F238E27FC236}">
                    <a16:creationId xmlns:a16="http://schemas.microsoft.com/office/drawing/2014/main" id="{A8A8A3F0-C119-B7E9-5274-2777A4610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92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4" name="Freeform 63">
                <a:extLst>
                  <a:ext uri="{FF2B5EF4-FFF2-40B4-BE49-F238E27FC236}">
                    <a16:creationId xmlns:a16="http://schemas.microsoft.com/office/drawing/2014/main" id="{69BAD1A7-7999-A113-ECFF-4B08D043A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962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5" name="Freeform 64">
                <a:extLst>
                  <a:ext uri="{FF2B5EF4-FFF2-40B4-BE49-F238E27FC236}">
                    <a16:creationId xmlns:a16="http://schemas.microsoft.com/office/drawing/2014/main" id="{DDCFEDC5-ECB9-0B00-000D-860D56A46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9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6" name="Freeform 65">
                <a:extLst>
                  <a:ext uri="{FF2B5EF4-FFF2-40B4-BE49-F238E27FC236}">
                    <a16:creationId xmlns:a16="http://schemas.microsoft.com/office/drawing/2014/main" id="{95C901BF-C440-7894-5EAF-BD2C4F0DA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3" y="37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7" name="Freeform 66">
                <a:extLst>
                  <a:ext uri="{FF2B5EF4-FFF2-40B4-BE49-F238E27FC236}">
                    <a16:creationId xmlns:a16="http://schemas.microsoft.com/office/drawing/2014/main" id="{8E3D5F3B-7C0C-104E-5EDE-8F86AD2F2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7" y="4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8" name="Freeform 67">
                <a:extLst>
                  <a:ext uri="{FF2B5EF4-FFF2-40B4-BE49-F238E27FC236}">
                    <a16:creationId xmlns:a16="http://schemas.microsoft.com/office/drawing/2014/main" id="{BE3073E1-A689-15C3-21EF-5BFA4D8D4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1" y="445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9" name="Freeform 68">
                <a:extLst>
                  <a:ext uri="{FF2B5EF4-FFF2-40B4-BE49-F238E27FC236}">
                    <a16:creationId xmlns:a16="http://schemas.microsoft.com/office/drawing/2014/main" id="{3DFDA6C5-D3D3-2940-94EC-8BEC979A4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" y="47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0" name="Freeform 69">
                <a:extLst>
                  <a:ext uri="{FF2B5EF4-FFF2-40B4-BE49-F238E27FC236}">
                    <a16:creationId xmlns:a16="http://schemas.microsoft.com/office/drawing/2014/main" id="{B437B804-751B-2A29-3997-7EB693938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9" y="51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1" name="Freeform 70">
                <a:extLst>
                  <a:ext uri="{FF2B5EF4-FFF2-40B4-BE49-F238E27FC236}">
                    <a16:creationId xmlns:a16="http://schemas.microsoft.com/office/drawing/2014/main" id="{E1E956E5-01EE-4A3A-4590-3F11AB66B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3" y="547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2" name="Freeform 71">
                <a:extLst>
                  <a:ext uri="{FF2B5EF4-FFF2-40B4-BE49-F238E27FC236}">
                    <a16:creationId xmlns:a16="http://schemas.microsoft.com/office/drawing/2014/main" id="{32744246-164D-D262-3D45-932F9690B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7" y="58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3" name="Freeform 72">
                <a:extLst>
                  <a:ext uri="{FF2B5EF4-FFF2-40B4-BE49-F238E27FC236}">
                    <a16:creationId xmlns:a16="http://schemas.microsoft.com/office/drawing/2014/main" id="{136FAD18-3D94-CBDA-AD88-64504E84F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615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4" name="Freeform 73">
                <a:extLst>
                  <a:ext uri="{FF2B5EF4-FFF2-40B4-BE49-F238E27FC236}">
                    <a16:creationId xmlns:a16="http://schemas.microsoft.com/office/drawing/2014/main" id="{8EFA1C4C-2838-B040-B815-5120F7FC3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64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5" name="Freeform 74">
                <a:extLst>
                  <a:ext uri="{FF2B5EF4-FFF2-40B4-BE49-F238E27FC236}">
                    <a16:creationId xmlns:a16="http://schemas.microsoft.com/office/drawing/2014/main" id="{7DC1AE12-6110-E149-5534-8B6B6E022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9" y="684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6" name="Freeform 75">
                <a:extLst>
                  <a:ext uri="{FF2B5EF4-FFF2-40B4-BE49-F238E27FC236}">
                    <a16:creationId xmlns:a16="http://schemas.microsoft.com/office/drawing/2014/main" id="{6C9D1353-855E-8DFF-F913-EFF8EC920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3" y="7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7" name="Freeform 76">
                <a:extLst>
                  <a:ext uri="{FF2B5EF4-FFF2-40B4-BE49-F238E27FC236}">
                    <a16:creationId xmlns:a16="http://schemas.microsoft.com/office/drawing/2014/main" id="{7521B0A5-F6C7-78CC-4E42-378CB58DB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7" y="7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8" name="Freeform 77">
                <a:extLst>
                  <a:ext uri="{FF2B5EF4-FFF2-40B4-BE49-F238E27FC236}">
                    <a16:creationId xmlns:a16="http://schemas.microsoft.com/office/drawing/2014/main" id="{B31076C5-6537-D9DB-4273-41B9B2DB3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1" y="78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9" name="Freeform 78">
                <a:extLst>
                  <a:ext uri="{FF2B5EF4-FFF2-40B4-BE49-F238E27FC236}">
                    <a16:creationId xmlns:a16="http://schemas.microsoft.com/office/drawing/2014/main" id="{025EC66A-51E1-446C-E0B5-BAECDB897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5" y="8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0" name="Freeform 79">
                <a:extLst>
                  <a:ext uri="{FF2B5EF4-FFF2-40B4-BE49-F238E27FC236}">
                    <a16:creationId xmlns:a16="http://schemas.microsoft.com/office/drawing/2014/main" id="{5A8BF278-C39B-030A-F134-05EB6A79C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9" y="85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1" name="Freeform 80">
                <a:extLst>
                  <a:ext uri="{FF2B5EF4-FFF2-40B4-BE49-F238E27FC236}">
                    <a16:creationId xmlns:a16="http://schemas.microsoft.com/office/drawing/2014/main" id="{4E660A4E-63E1-7469-FE02-51213F75A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88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2" name="Freeform 81">
                <a:extLst>
                  <a:ext uri="{FF2B5EF4-FFF2-40B4-BE49-F238E27FC236}">
                    <a16:creationId xmlns:a16="http://schemas.microsoft.com/office/drawing/2014/main" id="{03FCFA4B-6EA0-A281-30B6-F790065D2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92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3" name="Freeform 82">
                <a:extLst>
                  <a:ext uri="{FF2B5EF4-FFF2-40B4-BE49-F238E27FC236}">
                    <a16:creationId xmlns:a16="http://schemas.microsoft.com/office/drawing/2014/main" id="{D2006145-9796-47E8-7531-154EE72D3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95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4" name="Freeform 83">
                <a:extLst>
                  <a:ext uri="{FF2B5EF4-FFF2-40B4-BE49-F238E27FC236}">
                    <a16:creationId xmlns:a16="http://schemas.microsoft.com/office/drawing/2014/main" id="{8DCB86DD-5ADD-9AFD-FFE6-F9298763D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6" y="9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5" name="Freeform 84">
                <a:extLst>
                  <a:ext uri="{FF2B5EF4-FFF2-40B4-BE49-F238E27FC236}">
                    <a16:creationId xmlns:a16="http://schemas.microsoft.com/office/drawing/2014/main" id="{CAD0C11F-5C73-E514-9369-90015D740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0" y="102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6" name="Freeform 85">
                <a:extLst>
                  <a:ext uri="{FF2B5EF4-FFF2-40B4-BE49-F238E27FC236}">
                    <a16:creationId xmlns:a16="http://schemas.microsoft.com/office/drawing/2014/main" id="{74F74CB3-CDF9-4EA2-4073-0F17CCDA2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5" y="40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7" name="Freeform 86">
                <a:extLst>
                  <a:ext uri="{FF2B5EF4-FFF2-40B4-BE49-F238E27FC236}">
                    <a16:creationId xmlns:a16="http://schemas.microsoft.com/office/drawing/2014/main" id="{F7D70DC4-942A-9B24-6504-02CBA222F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" y="43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8" name="Freeform 87">
                <a:extLst>
                  <a:ext uri="{FF2B5EF4-FFF2-40B4-BE49-F238E27FC236}">
                    <a16:creationId xmlns:a16="http://schemas.microsoft.com/office/drawing/2014/main" id="{0A3FBD55-DCE2-046C-6801-7E12AFE1E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3" y="473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9" name="Freeform 88">
                <a:extLst>
                  <a:ext uri="{FF2B5EF4-FFF2-40B4-BE49-F238E27FC236}">
                    <a16:creationId xmlns:a16="http://schemas.microsoft.com/office/drawing/2014/main" id="{D3E6C934-1CB4-75FA-53E6-9CEB79C5F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7" y="5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0" name="Freeform 89">
                <a:extLst>
                  <a:ext uri="{FF2B5EF4-FFF2-40B4-BE49-F238E27FC236}">
                    <a16:creationId xmlns:a16="http://schemas.microsoft.com/office/drawing/2014/main" id="{1BF66E0F-9AE1-1FE8-6F53-59A8CD53DF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1" y="5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1" name="Freeform 90">
                <a:extLst>
                  <a:ext uri="{FF2B5EF4-FFF2-40B4-BE49-F238E27FC236}">
                    <a16:creationId xmlns:a16="http://schemas.microsoft.com/office/drawing/2014/main" id="{F74E4F97-DED6-3483-5D90-60FF5E8BEC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5" y="575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2" name="Freeform 91">
                <a:extLst>
                  <a:ext uri="{FF2B5EF4-FFF2-40B4-BE49-F238E27FC236}">
                    <a16:creationId xmlns:a16="http://schemas.microsoft.com/office/drawing/2014/main" id="{2C4C8B08-844B-B7AC-8AC1-C24086269D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9" y="60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3" name="Freeform 92">
                <a:extLst>
                  <a:ext uri="{FF2B5EF4-FFF2-40B4-BE49-F238E27FC236}">
                    <a16:creationId xmlns:a16="http://schemas.microsoft.com/office/drawing/2014/main" id="{050CD6E2-C6AB-2001-F16E-E08CA52C7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3" y="643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4" name="Freeform 93">
                <a:extLst>
                  <a:ext uri="{FF2B5EF4-FFF2-40B4-BE49-F238E27FC236}">
                    <a16:creationId xmlns:a16="http://schemas.microsoft.com/office/drawing/2014/main" id="{9D02B852-D134-3CAD-9BBF-8C130238D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677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5" name="Freeform 94">
                <a:extLst>
                  <a:ext uri="{FF2B5EF4-FFF2-40B4-BE49-F238E27FC236}">
                    <a16:creationId xmlns:a16="http://schemas.microsoft.com/office/drawing/2014/main" id="{9DCEC64C-498F-BC2D-3C96-05673BEFD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" y="71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6" name="Freeform 95">
                <a:extLst>
                  <a:ext uri="{FF2B5EF4-FFF2-40B4-BE49-F238E27FC236}">
                    <a16:creationId xmlns:a16="http://schemas.microsoft.com/office/drawing/2014/main" id="{A7E46267-86DE-DB26-B473-0FA5EB8501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6" y="745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7" name="Freeform 96">
                <a:extLst>
                  <a:ext uri="{FF2B5EF4-FFF2-40B4-BE49-F238E27FC236}">
                    <a16:creationId xmlns:a16="http://schemas.microsoft.com/office/drawing/2014/main" id="{E90E7A1E-3A6A-AE8B-1D70-867640ABEC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77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8" name="Oval 97">
                <a:extLst>
                  <a:ext uri="{FF2B5EF4-FFF2-40B4-BE49-F238E27FC236}">
                    <a16:creationId xmlns:a16="http://schemas.microsoft.com/office/drawing/2014/main" id="{2FD6B6BE-3CA7-0E8C-1AEA-E7ABACB56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5" y="81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9" name="Oval 98">
                <a:extLst>
                  <a:ext uri="{FF2B5EF4-FFF2-40B4-BE49-F238E27FC236}">
                    <a16:creationId xmlns:a16="http://schemas.microsoft.com/office/drawing/2014/main" id="{7D7192E7-3A55-B071-A04D-AC5AC0B61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9" y="8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0" name="Freeform 99">
                <a:extLst>
                  <a:ext uri="{FF2B5EF4-FFF2-40B4-BE49-F238E27FC236}">
                    <a16:creationId xmlns:a16="http://schemas.microsoft.com/office/drawing/2014/main" id="{47F4CC01-F0C9-977C-E22B-FF401AC2B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" y="882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1" name="Freeform 100">
                <a:extLst>
                  <a:ext uri="{FF2B5EF4-FFF2-40B4-BE49-F238E27FC236}">
                    <a16:creationId xmlns:a16="http://schemas.microsoft.com/office/drawing/2014/main" id="{D261D5D2-A9F4-2F0C-F3A6-1F5CCAB0E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6" y="9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2" name="Freeform 101">
                <a:extLst>
                  <a:ext uri="{FF2B5EF4-FFF2-40B4-BE49-F238E27FC236}">
                    <a16:creationId xmlns:a16="http://schemas.microsoft.com/office/drawing/2014/main" id="{B95019F1-0D57-0DD9-E802-4654A3D140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0" y="95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3" name="Freeform 102">
                <a:extLst>
                  <a:ext uri="{FF2B5EF4-FFF2-40B4-BE49-F238E27FC236}">
                    <a16:creationId xmlns:a16="http://schemas.microsoft.com/office/drawing/2014/main" id="{51274A74-4F96-7B57-9302-0DAEA0B4D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4" y="98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4" name="Freeform 103">
                <a:extLst>
                  <a:ext uri="{FF2B5EF4-FFF2-40B4-BE49-F238E27FC236}">
                    <a16:creationId xmlns:a16="http://schemas.microsoft.com/office/drawing/2014/main" id="{D9642C2F-853A-2F49-F100-4EA544660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8" y="10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5" name="Freeform 104">
                <a:extLst>
                  <a:ext uri="{FF2B5EF4-FFF2-40B4-BE49-F238E27FC236}">
                    <a16:creationId xmlns:a16="http://schemas.microsoft.com/office/drawing/2014/main" id="{00F8C987-EFAE-6522-366D-FB822426D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0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6" name="Freeform 105">
                <a:extLst>
                  <a:ext uri="{FF2B5EF4-FFF2-40B4-BE49-F238E27FC236}">
                    <a16:creationId xmlns:a16="http://schemas.microsoft.com/office/drawing/2014/main" id="{22D57D8D-8B9E-58C0-0264-2E5F27700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7" y="43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7" name="Freeform 106">
                <a:extLst>
                  <a:ext uri="{FF2B5EF4-FFF2-40B4-BE49-F238E27FC236}">
                    <a16:creationId xmlns:a16="http://schemas.microsoft.com/office/drawing/2014/main" id="{27514394-4DA6-F9C7-BD4B-F21754EE4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1" y="467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8" name="Freeform 107">
                <a:extLst>
                  <a:ext uri="{FF2B5EF4-FFF2-40B4-BE49-F238E27FC236}">
                    <a16:creationId xmlns:a16="http://schemas.microsoft.com/office/drawing/2014/main" id="{536383F1-9CB1-B68D-E369-48CB489DC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5" y="50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9" name="Oval 108">
                <a:extLst>
                  <a:ext uri="{FF2B5EF4-FFF2-40B4-BE49-F238E27FC236}">
                    <a16:creationId xmlns:a16="http://schemas.microsoft.com/office/drawing/2014/main" id="{0C2B4FD6-F036-FCD7-E8EF-BB52A772D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" y="5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0" name="Oval 109">
                <a:extLst>
                  <a:ext uri="{FF2B5EF4-FFF2-40B4-BE49-F238E27FC236}">
                    <a16:creationId xmlns:a16="http://schemas.microsoft.com/office/drawing/2014/main" id="{BDD3D73E-E420-D9CD-816A-994CBCD48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5" y="57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1" name="Freeform 110">
                <a:extLst>
                  <a:ext uri="{FF2B5EF4-FFF2-40B4-BE49-F238E27FC236}">
                    <a16:creationId xmlns:a16="http://schemas.microsoft.com/office/drawing/2014/main" id="{ECE33B48-1B14-6C84-6DA8-68FEE6F8C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8" y="60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2" name="Freeform 111">
                <a:extLst>
                  <a:ext uri="{FF2B5EF4-FFF2-40B4-BE49-F238E27FC236}">
                    <a16:creationId xmlns:a16="http://schemas.microsoft.com/office/drawing/2014/main" id="{A2C05A81-D708-F831-237A-7226E6620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2" y="6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3" name="Oval 112">
                <a:extLst>
                  <a:ext uri="{FF2B5EF4-FFF2-40B4-BE49-F238E27FC236}">
                    <a16:creationId xmlns:a16="http://schemas.microsoft.com/office/drawing/2014/main" id="{C3449CAC-043C-FB9D-DD9A-CC067D93F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7" y="6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4" name="Oval 113">
                <a:extLst>
                  <a:ext uri="{FF2B5EF4-FFF2-40B4-BE49-F238E27FC236}">
                    <a16:creationId xmlns:a16="http://schemas.microsoft.com/office/drawing/2014/main" id="{14025B4C-47A9-A288-98B2-604FE194FD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1" y="7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5" name="Freeform 114">
                <a:extLst>
                  <a:ext uri="{FF2B5EF4-FFF2-40B4-BE49-F238E27FC236}">
                    <a16:creationId xmlns:a16="http://schemas.microsoft.com/office/drawing/2014/main" id="{7784F434-9B17-9181-92D2-37D86D20E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7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6" name="Freeform 115">
                <a:extLst>
                  <a:ext uri="{FF2B5EF4-FFF2-40B4-BE49-F238E27FC236}">
                    <a16:creationId xmlns:a16="http://schemas.microsoft.com/office/drawing/2014/main" id="{DA534341-49A4-E820-C4B7-1E0C4EECB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77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7" name="Oval 116">
                <a:extLst>
                  <a:ext uri="{FF2B5EF4-FFF2-40B4-BE49-F238E27FC236}">
                    <a16:creationId xmlns:a16="http://schemas.microsoft.com/office/drawing/2014/main" id="{DF2EAC50-5B18-23CC-BEA4-A40E408F96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8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8" name="Oval 117">
                <a:extLst>
                  <a:ext uri="{FF2B5EF4-FFF2-40B4-BE49-F238E27FC236}">
                    <a16:creationId xmlns:a16="http://schemas.microsoft.com/office/drawing/2014/main" id="{C16CFD9C-CA48-742B-B33B-F16BDB7EF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84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9" name="Freeform 118">
                <a:extLst>
                  <a:ext uri="{FF2B5EF4-FFF2-40B4-BE49-F238E27FC236}">
                    <a16:creationId xmlns:a16="http://schemas.microsoft.com/office/drawing/2014/main" id="{F0807DE2-B66B-E1CE-0BB4-2198A2FA18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0" y="87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0" name="Freeform 119">
                <a:extLst>
                  <a:ext uri="{FF2B5EF4-FFF2-40B4-BE49-F238E27FC236}">
                    <a16:creationId xmlns:a16="http://schemas.microsoft.com/office/drawing/2014/main" id="{61EFDF6B-3FAD-ECD6-291A-2718A33314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90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1" name="Oval 120">
                <a:extLst>
                  <a:ext uri="{FF2B5EF4-FFF2-40B4-BE49-F238E27FC236}">
                    <a16:creationId xmlns:a16="http://schemas.microsoft.com/office/drawing/2014/main" id="{A0F1EA94-DD2D-2110-481C-5993A848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9" y="94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2" name="Oval 121">
                <a:extLst>
                  <a:ext uri="{FF2B5EF4-FFF2-40B4-BE49-F238E27FC236}">
                    <a16:creationId xmlns:a16="http://schemas.microsoft.com/office/drawing/2014/main" id="{385FE30F-3957-D286-B2C9-49E7917AA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3" y="97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3" name="Freeform 122">
                <a:extLst>
                  <a:ext uri="{FF2B5EF4-FFF2-40B4-BE49-F238E27FC236}">
                    <a16:creationId xmlns:a16="http://schemas.microsoft.com/office/drawing/2014/main" id="{521E4982-B253-9684-DDBB-D84E9DF31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6" y="10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4" name="Freeform 123">
                <a:extLst>
                  <a:ext uri="{FF2B5EF4-FFF2-40B4-BE49-F238E27FC236}">
                    <a16:creationId xmlns:a16="http://schemas.microsoft.com/office/drawing/2014/main" id="{0A81CEA3-4E5B-CE1E-C71B-7AA66A3FA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104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5" name="Freeform 124">
                <a:extLst>
                  <a:ext uri="{FF2B5EF4-FFF2-40B4-BE49-F238E27FC236}">
                    <a16:creationId xmlns:a16="http://schemas.microsoft.com/office/drawing/2014/main" id="{D1653FA9-7EE9-6742-239D-733AFE957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1080"/>
                <a:ext cx="23" cy="22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6" name="Freeform 125">
                <a:extLst>
                  <a:ext uri="{FF2B5EF4-FFF2-40B4-BE49-F238E27FC236}">
                    <a16:creationId xmlns:a16="http://schemas.microsoft.com/office/drawing/2014/main" id="{A1435659-EC56-DE69-C8C3-34976A0B9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0" y="460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7" name="Freeform 126">
                <a:extLst>
                  <a:ext uri="{FF2B5EF4-FFF2-40B4-BE49-F238E27FC236}">
                    <a16:creationId xmlns:a16="http://schemas.microsoft.com/office/drawing/2014/main" id="{30BB8B0E-80F7-C940-2B2A-0F009C50F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4" y="4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8" name="Freeform 127">
                <a:extLst>
                  <a:ext uri="{FF2B5EF4-FFF2-40B4-BE49-F238E27FC236}">
                    <a16:creationId xmlns:a16="http://schemas.microsoft.com/office/drawing/2014/main" id="{D4308ACD-427B-8D9A-10E2-341FBB012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529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9" name="Freeform 128">
                <a:extLst>
                  <a:ext uri="{FF2B5EF4-FFF2-40B4-BE49-F238E27FC236}">
                    <a16:creationId xmlns:a16="http://schemas.microsoft.com/office/drawing/2014/main" id="{8C8E1943-12F1-E974-CED4-547DB5F5F1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56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0" name="Freeform 129">
                <a:extLst>
                  <a:ext uri="{FF2B5EF4-FFF2-40B4-BE49-F238E27FC236}">
                    <a16:creationId xmlns:a16="http://schemas.microsoft.com/office/drawing/2014/main" id="{2C4161CE-D0E6-694B-3A11-0C46BCD62F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6" y="5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1" name="Freeform 130">
                <a:extLst>
                  <a:ext uri="{FF2B5EF4-FFF2-40B4-BE49-F238E27FC236}">
                    <a16:creationId xmlns:a16="http://schemas.microsoft.com/office/drawing/2014/main" id="{DCEF2A1D-26EB-200C-3634-C0E9E7B3BD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63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2" name="Freeform 131">
                <a:extLst>
                  <a:ext uri="{FF2B5EF4-FFF2-40B4-BE49-F238E27FC236}">
                    <a16:creationId xmlns:a16="http://schemas.microsoft.com/office/drawing/2014/main" id="{1DE857C9-8092-8BA1-9886-E6775700D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4" y="665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3" name="Oval 132">
                <a:extLst>
                  <a:ext uri="{FF2B5EF4-FFF2-40B4-BE49-F238E27FC236}">
                    <a16:creationId xmlns:a16="http://schemas.microsoft.com/office/drawing/2014/main" id="{018E5F66-399F-8B72-64B6-DBD599EF6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7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4" name="Oval 133">
                <a:extLst>
                  <a:ext uri="{FF2B5EF4-FFF2-40B4-BE49-F238E27FC236}">
                    <a16:creationId xmlns:a16="http://schemas.microsoft.com/office/drawing/2014/main" id="{35E01F22-BDA0-14D4-EEA6-222688F2D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7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5" name="Freeform 134">
                <a:extLst>
                  <a:ext uri="{FF2B5EF4-FFF2-40B4-BE49-F238E27FC236}">
                    <a16:creationId xmlns:a16="http://schemas.microsoft.com/office/drawing/2014/main" id="{2078B448-63E0-F2A1-D590-52D10C197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6" y="767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6" name="Freeform 135">
                <a:extLst>
                  <a:ext uri="{FF2B5EF4-FFF2-40B4-BE49-F238E27FC236}">
                    <a16:creationId xmlns:a16="http://schemas.microsoft.com/office/drawing/2014/main" id="{A95BCE00-F6F3-87AD-42B1-45645A02F4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80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7" name="Oval 136">
                <a:extLst>
                  <a:ext uri="{FF2B5EF4-FFF2-40B4-BE49-F238E27FC236}">
                    <a16:creationId xmlns:a16="http://schemas.microsoft.com/office/drawing/2014/main" id="{27C33E1C-ED62-66C7-0771-558B4B45D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5" y="8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8" name="Oval 137">
                <a:extLst>
                  <a:ext uri="{FF2B5EF4-FFF2-40B4-BE49-F238E27FC236}">
                    <a16:creationId xmlns:a16="http://schemas.microsoft.com/office/drawing/2014/main" id="{743EEE9B-B9ED-9ABC-786C-752BEC9C0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9" y="87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9" name="Freeform 138">
                <a:extLst>
                  <a:ext uri="{FF2B5EF4-FFF2-40B4-BE49-F238E27FC236}">
                    <a16:creationId xmlns:a16="http://schemas.microsoft.com/office/drawing/2014/main" id="{C8B1E52E-E647-512F-4D44-C16E82D87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2" y="90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0" name="Freeform 139">
                <a:extLst>
                  <a:ext uri="{FF2B5EF4-FFF2-40B4-BE49-F238E27FC236}">
                    <a16:creationId xmlns:a16="http://schemas.microsoft.com/office/drawing/2014/main" id="{110D1D50-3D31-E053-13DB-CECEE62A40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6" y="9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1" name="Oval 140">
                <a:extLst>
                  <a:ext uri="{FF2B5EF4-FFF2-40B4-BE49-F238E27FC236}">
                    <a16:creationId xmlns:a16="http://schemas.microsoft.com/office/drawing/2014/main" id="{716A6257-2F27-EF78-ECA1-6A6727DC9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1" y="9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2" name="Oval 141">
                <a:extLst>
                  <a:ext uri="{FF2B5EF4-FFF2-40B4-BE49-F238E27FC236}">
                    <a16:creationId xmlns:a16="http://schemas.microsoft.com/office/drawing/2014/main" id="{EB4B8B98-FDBE-CC1C-4260-4D6B90A66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5" y="10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3" name="Freeform 142">
                <a:extLst>
                  <a:ext uri="{FF2B5EF4-FFF2-40B4-BE49-F238E27FC236}">
                    <a16:creationId xmlns:a16="http://schemas.microsoft.com/office/drawing/2014/main" id="{E7AB9C23-3E04-66E7-E679-AFD31B1BF8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8" y="10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4" name="Freeform 143">
                <a:extLst>
                  <a:ext uri="{FF2B5EF4-FFF2-40B4-BE49-F238E27FC236}">
                    <a16:creationId xmlns:a16="http://schemas.microsoft.com/office/drawing/2014/main" id="{40AEF9A8-29F2-AD02-EEC5-393B255A02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" y="107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5" name="Oval 144">
                <a:extLst>
                  <a:ext uri="{FF2B5EF4-FFF2-40B4-BE49-F238E27FC236}">
                    <a16:creationId xmlns:a16="http://schemas.microsoft.com/office/drawing/2014/main" id="{71256090-2B34-7E96-C2B7-A9A1F30CA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7" y="11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6" name="Freeform 145">
                <a:extLst>
                  <a:ext uri="{FF2B5EF4-FFF2-40B4-BE49-F238E27FC236}">
                    <a16:creationId xmlns:a16="http://schemas.microsoft.com/office/drawing/2014/main" id="{8F7546BB-145B-B59B-7E2F-B76B4A90B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2" y="4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7" name="Freeform 146">
                <a:extLst>
                  <a:ext uri="{FF2B5EF4-FFF2-40B4-BE49-F238E27FC236}">
                    <a16:creationId xmlns:a16="http://schemas.microsoft.com/office/drawing/2014/main" id="{BC43B9D8-712D-88B0-758F-8FB057B0D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522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8" name="Freeform 147">
                <a:extLst>
                  <a:ext uri="{FF2B5EF4-FFF2-40B4-BE49-F238E27FC236}">
                    <a16:creationId xmlns:a16="http://schemas.microsoft.com/office/drawing/2014/main" id="{7D040C48-A77E-1020-2AAB-78780A2C8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0" y="55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9" name="Freeform 148">
                <a:extLst>
                  <a:ext uri="{FF2B5EF4-FFF2-40B4-BE49-F238E27FC236}">
                    <a16:creationId xmlns:a16="http://schemas.microsoft.com/office/drawing/2014/main" id="{25AD0FDD-A45E-FF09-3BAB-F782E2499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4" y="5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0" name="Freeform 149">
                <a:extLst>
                  <a:ext uri="{FF2B5EF4-FFF2-40B4-BE49-F238E27FC236}">
                    <a16:creationId xmlns:a16="http://schemas.microsoft.com/office/drawing/2014/main" id="{9ED2DCC2-9BA2-E071-E8DC-4F4E0F209E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62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1" name="Freeform 150">
                <a:extLst>
                  <a:ext uri="{FF2B5EF4-FFF2-40B4-BE49-F238E27FC236}">
                    <a16:creationId xmlns:a16="http://schemas.microsoft.com/office/drawing/2014/main" id="{6B1359D4-4611-5555-88CD-515960034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65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2" name="Freeform 151">
                <a:extLst>
                  <a:ext uri="{FF2B5EF4-FFF2-40B4-BE49-F238E27FC236}">
                    <a16:creationId xmlns:a16="http://schemas.microsoft.com/office/drawing/2014/main" id="{1E1F5935-EACE-BE9B-9F5A-384B86229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6" y="692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3" name="Freeform 152">
                <a:extLst>
                  <a:ext uri="{FF2B5EF4-FFF2-40B4-BE49-F238E27FC236}">
                    <a16:creationId xmlns:a16="http://schemas.microsoft.com/office/drawing/2014/main" id="{AE090B87-D4CB-FF45-7C93-2597548B93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727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4" name="Freeform 153">
                <a:extLst>
                  <a:ext uri="{FF2B5EF4-FFF2-40B4-BE49-F238E27FC236}">
                    <a16:creationId xmlns:a16="http://schemas.microsoft.com/office/drawing/2014/main" id="{5BC00659-1F6E-56FB-DE15-69C520A71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4" y="76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5" name="Freeform 154">
                <a:extLst>
                  <a:ext uri="{FF2B5EF4-FFF2-40B4-BE49-F238E27FC236}">
                    <a16:creationId xmlns:a16="http://schemas.microsoft.com/office/drawing/2014/main" id="{AEC1A118-3766-E13E-E690-9C3067B13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79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6" name="Freeform 155">
                <a:extLst>
                  <a:ext uri="{FF2B5EF4-FFF2-40B4-BE49-F238E27FC236}">
                    <a16:creationId xmlns:a16="http://schemas.microsoft.com/office/drawing/2014/main" id="{B6C003D7-11FF-B4D7-012D-B18732E0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2" y="82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7" name="Oval 156">
                <a:extLst>
                  <a:ext uri="{FF2B5EF4-FFF2-40B4-BE49-F238E27FC236}">
                    <a16:creationId xmlns:a16="http://schemas.microsoft.com/office/drawing/2014/main" id="{842566DC-70FE-D671-9F63-8F8036D47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7" y="86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8" name="Freeform 157">
                <a:extLst>
                  <a:ext uri="{FF2B5EF4-FFF2-40B4-BE49-F238E27FC236}">
                    <a16:creationId xmlns:a16="http://schemas.microsoft.com/office/drawing/2014/main" id="{CE8526FF-8022-F29C-1628-4C9144FEE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0" y="8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9" name="Freeform 158">
                <a:extLst>
                  <a:ext uri="{FF2B5EF4-FFF2-40B4-BE49-F238E27FC236}">
                    <a16:creationId xmlns:a16="http://schemas.microsoft.com/office/drawing/2014/main" id="{11018853-FD0C-B8F9-08E5-53E180B55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4" y="931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0" name="Freeform 159">
                <a:extLst>
                  <a:ext uri="{FF2B5EF4-FFF2-40B4-BE49-F238E27FC236}">
                    <a16:creationId xmlns:a16="http://schemas.microsoft.com/office/drawing/2014/main" id="{3D097703-B959-D6C1-0096-5646D3511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8" y="96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1" name="Oval 160">
                <a:extLst>
                  <a:ext uri="{FF2B5EF4-FFF2-40B4-BE49-F238E27FC236}">
                    <a16:creationId xmlns:a16="http://schemas.microsoft.com/office/drawing/2014/main" id="{87E06079-8CE1-226B-E011-E6D775FEA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0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2" name="Oval 161">
                <a:extLst>
                  <a:ext uri="{FF2B5EF4-FFF2-40B4-BE49-F238E27FC236}">
                    <a16:creationId xmlns:a16="http://schemas.microsoft.com/office/drawing/2014/main" id="{0066F4FC-53C4-1DC7-8C76-A5FF5A730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10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3" name="Freeform 162">
                <a:extLst>
                  <a:ext uri="{FF2B5EF4-FFF2-40B4-BE49-F238E27FC236}">
                    <a16:creationId xmlns:a16="http://schemas.microsoft.com/office/drawing/2014/main" id="{D351EEC3-3623-45C6-0648-40AA6200F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1067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4" name="Freeform 163">
                <a:extLst>
                  <a:ext uri="{FF2B5EF4-FFF2-40B4-BE49-F238E27FC236}">
                    <a16:creationId xmlns:a16="http://schemas.microsoft.com/office/drawing/2014/main" id="{A36C9851-96B3-7E83-7699-3E2314C63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" y="1101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5" name="Oval 164">
                <a:extLst>
                  <a:ext uri="{FF2B5EF4-FFF2-40B4-BE49-F238E27FC236}">
                    <a16:creationId xmlns:a16="http://schemas.microsoft.com/office/drawing/2014/main" id="{77E8BE76-9EAC-216A-3C8D-0AE1F4205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0" y="11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6" name="Freeform 165">
                <a:extLst>
                  <a:ext uri="{FF2B5EF4-FFF2-40B4-BE49-F238E27FC236}">
                    <a16:creationId xmlns:a16="http://schemas.microsoft.com/office/drawing/2014/main" id="{A56574BD-6564-0998-9EC9-FB5A4B8C43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4" y="5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7" name="Freeform 166">
                <a:extLst>
                  <a:ext uri="{FF2B5EF4-FFF2-40B4-BE49-F238E27FC236}">
                    <a16:creationId xmlns:a16="http://schemas.microsoft.com/office/drawing/2014/main" id="{66A20F69-0530-5463-8A16-017C59C8E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55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8" name="Freeform 167">
                <a:extLst>
                  <a:ext uri="{FF2B5EF4-FFF2-40B4-BE49-F238E27FC236}">
                    <a16:creationId xmlns:a16="http://schemas.microsoft.com/office/drawing/2014/main" id="{A9AC3ED6-3C24-792E-D549-AFC36CE21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2" y="584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9" name="Freeform 168">
                <a:extLst>
                  <a:ext uri="{FF2B5EF4-FFF2-40B4-BE49-F238E27FC236}">
                    <a16:creationId xmlns:a16="http://schemas.microsoft.com/office/drawing/2014/main" id="{BF5DAAF0-587D-36E1-585C-69950890E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6" y="6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0" name="Freeform 169">
                <a:extLst>
                  <a:ext uri="{FF2B5EF4-FFF2-40B4-BE49-F238E27FC236}">
                    <a16:creationId xmlns:a16="http://schemas.microsoft.com/office/drawing/2014/main" id="{5E782BC9-95D5-0CBD-B517-CD073BAF4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0" y="65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1" name="Freeform 170">
                <a:extLst>
                  <a:ext uri="{FF2B5EF4-FFF2-40B4-BE49-F238E27FC236}">
                    <a16:creationId xmlns:a16="http://schemas.microsoft.com/office/drawing/2014/main" id="{BF0C57E5-628E-16BD-6C24-89B7B6410C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4" y="686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2" name="Freeform 171">
                <a:extLst>
                  <a:ext uri="{FF2B5EF4-FFF2-40B4-BE49-F238E27FC236}">
                    <a16:creationId xmlns:a16="http://schemas.microsoft.com/office/drawing/2014/main" id="{88ED723E-A062-0378-74D6-5479605D3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8" y="7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3" name="Freeform 172">
                <a:extLst>
                  <a:ext uri="{FF2B5EF4-FFF2-40B4-BE49-F238E27FC236}">
                    <a16:creationId xmlns:a16="http://schemas.microsoft.com/office/drawing/2014/main" id="{60F965AD-6046-072F-34F5-DC9E34609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2" y="75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4" name="Freeform 173">
                <a:extLst>
                  <a:ext uri="{FF2B5EF4-FFF2-40B4-BE49-F238E27FC236}">
                    <a16:creationId xmlns:a16="http://schemas.microsoft.com/office/drawing/2014/main" id="{31DF49B3-203D-47DE-74B1-9F2CD34CB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6" y="7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5" name="Freeform 174">
                <a:extLst>
                  <a:ext uri="{FF2B5EF4-FFF2-40B4-BE49-F238E27FC236}">
                    <a16:creationId xmlns:a16="http://schemas.microsoft.com/office/drawing/2014/main" id="{20A08D51-5060-8DF8-9790-E070BFADC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0" y="8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6" name="Freeform 175">
                <a:extLst>
                  <a:ext uri="{FF2B5EF4-FFF2-40B4-BE49-F238E27FC236}">
                    <a16:creationId xmlns:a16="http://schemas.microsoft.com/office/drawing/2014/main" id="{D58EC20E-62BA-2109-93A4-31AA48045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85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7" name="Freeform 176">
                <a:extLst>
                  <a:ext uri="{FF2B5EF4-FFF2-40B4-BE49-F238E27FC236}">
                    <a16:creationId xmlns:a16="http://schemas.microsoft.com/office/drawing/2014/main" id="{49671D9E-3CED-1C25-E410-47018CC30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" y="89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8" name="Freeform 177">
                <a:extLst>
                  <a:ext uri="{FF2B5EF4-FFF2-40B4-BE49-F238E27FC236}">
                    <a16:creationId xmlns:a16="http://schemas.microsoft.com/office/drawing/2014/main" id="{4277C05E-E249-D2B4-C650-E3A25BFEAE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925"/>
                <a:ext cx="22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9" name="Freeform 178">
                <a:extLst>
                  <a:ext uri="{FF2B5EF4-FFF2-40B4-BE49-F238E27FC236}">
                    <a16:creationId xmlns:a16="http://schemas.microsoft.com/office/drawing/2014/main" id="{15DE1F8E-8240-1CE0-260D-89B0777622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7" y="95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0" name="Freeform 179">
                <a:extLst>
                  <a:ext uri="{FF2B5EF4-FFF2-40B4-BE49-F238E27FC236}">
                    <a16:creationId xmlns:a16="http://schemas.microsoft.com/office/drawing/2014/main" id="{A3EF0107-1AFB-B587-276B-0C2F57C834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1" y="99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1" name="Freeform 180">
                <a:extLst>
                  <a:ext uri="{FF2B5EF4-FFF2-40B4-BE49-F238E27FC236}">
                    <a16:creationId xmlns:a16="http://schemas.microsoft.com/office/drawing/2014/main" id="{3BCB2940-A343-442F-CBBC-31037D2B92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5" y="102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2" name="Freeform 181">
                <a:extLst>
                  <a:ext uri="{FF2B5EF4-FFF2-40B4-BE49-F238E27FC236}">
                    <a16:creationId xmlns:a16="http://schemas.microsoft.com/office/drawing/2014/main" id="{42F25184-2FDF-50E9-05BD-EE7297D58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106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3" name="Freeform 182">
                <a:extLst>
                  <a:ext uri="{FF2B5EF4-FFF2-40B4-BE49-F238E27FC236}">
                    <a16:creationId xmlns:a16="http://schemas.microsoft.com/office/drawing/2014/main" id="{184649DD-9C4E-FBBC-698C-722DA96C5D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3" y="109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4" name="Freeform 183">
                <a:extLst>
                  <a:ext uri="{FF2B5EF4-FFF2-40B4-BE49-F238E27FC236}">
                    <a16:creationId xmlns:a16="http://schemas.microsoft.com/office/drawing/2014/main" id="{35D6A489-4182-0437-0650-2E75B7E7F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7" y="112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5" name="Freeform 184">
                <a:extLst>
                  <a:ext uri="{FF2B5EF4-FFF2-40B4-BE49-F238E27FC236}">
                    <a16:creationId xmlns:a16="http://schemas.microsoft.com/office/drawing/2014/main" id="{95488062-E849-B5F0-8678-57682D2A0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1" y="116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6" name="Freeform 185">
                <a:extLst>
                  <a:ext uri="{FF2B5EF4-FFF2-40B4-BE49-F238E27FC236}">
                    <a16:creationId xmlns:a16="http://schemas.microsoft.com/office/drawing/2014/main" id="{79BEB223-74F3-F7BD-DF0A-2B40F4A6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" y="54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7" name="Freeform 186">
                <a:extLst>
                  <a:ext uri="{FF2B5EF4-FFF2-40B4-BE49-F238E27FC236}">
                    <a16:creationId xmlns:a16="http://schemas.microsoft.com/office/drawing/2014/main" id="{B946856D-7A10-B06F-9512-B2318EACB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57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8" name="Freeform 187">
                <a:extLst>
                  <a:ext uri="{FF2B5EF4-FFF2-40B4-BE49-F238E27FC236}">
                    <a16:creationId xmlns:a16="http://schemas.microsoft.com/office/drawing/2014/main" id="{93E00395-B0C2-F3DC-D16D-DCBE05619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4" y="61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9" name="Freeform 188">
                <a:extLst>
                  <a:ext uri="{FF2B5EF4-FFF2-40B4-BE49-F238E27FC236}">
                    <a16:creationId xmlns:a16="http://schemas.microsoft.com/office/drawing/2014/main" id="{C7718087-DDCC-EE45-1DC5-91E9068D3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8" y="64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0" name="Freeform 189">
                <a:extLst>
                  <a:ext uri="{FF2B5EF4-FFF2-40B4-BE49-F238E27FC236}">
                    <a16:creationId xmlns:a16="http://schemas.microsoft.com/office/drawing/2014/main" id="{2513C299-C93F-4EDD-28E0-DC188503F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2" y="68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1" name="Freeform 190">
                <a:extLst>
                  <a:ext uri="{FF2B5EF4-FFF2-40B4-BE49-F238E27FC236}">
                    <a16:creationId xmlns:a16="http://schemas.microsoft.com/office/drawing/2014/main" id="{8359B242-A2C9-1546-11B4-4A497E06F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6" y="71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2" name="Freeform 191">
                <a:extLst>
                  <a:ext uri="{FF2B5EF4-FFF2-40B4-BE49-F238E27FC236}">
                    <a16:creationId xmlns:a16="http://schemas.microsoft.com/office/drawing/2014/main" id="{3751CF20-9992-7BD0-A6CE-A57930300A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1" y="74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3" name="Freeform 192">
                <a:extLst>
                  <a:ext uri="{FF2B5EF4-FFF2-40B4-BE49-F238E27FC236}">
                    <a16:creationId xmlns:a16="http://schemas.microsoft.com/office/drawing/2014/main" id="{EC9B270E-5934-4906-DEAF-7FB47DF25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78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4" name="Freeform 193">
                <a:extLst>
                  <a:ext uri="{FF2B5EF4-FFF2-40B4-BE49-F238E27FC236}">
                    <a16:creationId xmlns:a16="http://schemas.microsoft.com/office/drawing/2014/main" id="{34175106-C704-7AF3-2179-A02CCD7999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9" y="81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5" name="Freeform 194">
                <a:extLst>
                  <a:ext uri="{FF2B5EF4-FFF2-40B4-BE49-F238E27FC236}">
                    <a16:creationId xmlns:a16="http://schemas.microsoft.com/office/drawing/2014/main" id="{3B8E2CA1-C34A-575A-F534-D06665B6E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3" y="85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6" name="Freeform 195">
                <a:extLst>
                  <a:ext uri="{FF2B5EF4-FFF2-40B4-BE49-F238E27FC236}">
                    <a16:creationId xmlns:a16="http://schemas.microsoft.com/office/drawing/2014/main" id="{9796D352-D902-3BC7-798B-6CAA8F18D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7" y="88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7" name="Freeform 196">
                <a:extLst>
                  <a:ext uri="{FF2B5EF4-FFF2-40B4-BE49-F238E27FC236}">
                    <a16:creationId xmlns:a16="http://schemas.microsoft.com/office/drawing/2014/main" id="{AB7420F4-C494-A5C9-8750-DA0AF8BD8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9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8" name="Freeform 197">
                <a:extLst>
                  <a:ext uri="{FF2B5EF4-FFF2-40B4-BE49-F238E27FC236}">
                    <a16:creationId xmlns:a16="http://schemas.microsoft.com/office/drawing/2014/main" id="{25C97E22-2401-C30B-0F1A-C287FF5BF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5" y="95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9" name="Freeform 198">
                <a:extLst>
                  <a:ext uri="{FF2B5EF4-FFF2-40B4-BE49-F238E27FC236}">
                    <a16:creationId xmlns:a16="http://schemas.microsoft.com/office/drawing/2014/main" id="{A13C7F52-37CE-8588-7AFA-CB94C5F16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98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0" name="Freeform 199">
                <a:extLst>
                  <a:ext uri="{FF2B5EF4-FFF2-40B4-BE49-F238E27FC236}">
                    <a16:creationId xmlns:a16="http://schemas.microsoft.com/office/drawing/2014/main" id="{039D2D4B-83ED-86CD-5CD9-E3EB25021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10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1" name="Freeform 200">
                <a:extLst>
                  <a:ext uri="{FF2B5EF4-FFF2-40B4-BE49-F238E27FC236}">
                    <a16:creationId xmlns:a16="http://schemas.microsoft.com/office/drawing/2014/main" id="{3EB5172C-6416-3009-0261-CB2C05233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7" y="105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2" name="Freeform 201">
                <a:extLst>
                  <a:ext uri="{FF2B5EF4-FFF2-40B4-BE49-F238E27FC236}">
                    <a16:creationId xmlns:a16="http://schemas.microsoft.com/office/drawing/2014/main" id="{33F7B355-7463-6B34-7B21-2B2B0378C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1" y="10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3" name="Freeform 202">
                <a:extLst>
                  <a:ext uri="{FF2B5EF4-FFF2-40B4-BE49-F238E27FC236}">
                    <a16:creationId xmlns:a16="http://schemas.microsoft.com/office/drawing/2014/main" id="{CCE1E826-7CD5-A028-38E4-2B6C51BCD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112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4" name="Freeform 203">
                <a:extLst>
                  <a:ext uri="{FF2B5EF4-FFF2-40B4-BE49-F238E27FC236}">
                    <a16:creationId xmlns:a16="http://schemas.microsoft.com/office/drawing/2014/main" id="{180E5498-90DD-E3FC-671A-FBE0875E3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115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5" name="Freeform 204">
                <a:extLst>
                  <a:ext uri="{FF2B5EF4-FFF2-40B4-BE49-F238E27FC236}">
                    <a16:creationId xmlns:a16="http://schemas.microsoft.com/office/drawing/2014/main" id="{7D7EA60B-02BE-3A98-FE28-5E4306B730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119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</p:grpSp>
        <p:sp>
          <p:nvSpPr>
            <p:cNvPr id="4" name="Freeform 206">
              <a:extLst>
                <a:ext uri="{FF2B5EF4-FFF2-40B4-BE49-F238E27FC236}">
                  <a16:creationId xmlns:a16="http://schemas.microsoft.com/office/drawing/2014/main" id="{BA219663-605B-7FCC-B0B8-E4391E200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757" y="9080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207">
              <a:extLst>
                <a:ext uri="{FF2B5EF4-FFF2-40B4-BE49-F238E27FC236}">
                  <a16:creationId xmlns:a16="http://schemas.microsoft.com/office/drawing/2014/main" id="{D44FFCEC-05F0-B9E8-D8FD-0636DE90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319" y="962025"/>
              <a:ext cx="34925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208">
              <a:extLst>
                <a:ext uri="{FF2B5EF4-FFF2-40B4-BE49-F238E27FC236}">
                  <a16:creationId xmlns:a16="http://schemas.microsoft.com/office/drawing/2014/main" id="{D4D23B78-F664-8FA6-73EC-38B5D9FE2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94" y="10160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209">
              <a:extLst>
                <a:ext uri="{FF2B5EF4-FFF2-40B4-BE49-F238E27FC236}">
                  <a16:creationId xmlns:a16="http://schemas.microsoft.com/office/drawing/2014/main" id="{49B0EE19-0242-F2DD-15EC-BAB4F9B4C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269" y="10699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210">
              <a:extLst>
                <a:ext uri="{FF2B5EF4-FFF2-40B4-BE49-F238E27FC236}">
                  <a16:creationId xmlns:a16="http://schemas.microsoft.com/office/drawing/2014/main" id="{F3603600-208A-8C69-D7D0-0E42CB71F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244" y="11239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211">
              <a:extLst>
                <a:ext uri="{FF2B5EF4-FFF2-40B4-BE49-F238E27FC236}">
                  <a16:creationId xmlns:a16="http://schemas.microsoft.com/office/drawing/2014/main" id="{D3A85621-7285-995B-ECE7-D684B79E7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219" y="11779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212">
              <a:extLst>
                <a:ext uri="{FF2B5EF4-FFF2-40B4-BE49-F238E27FC236}">
                  <a16:creationId xmlns:a16="http://schemas.microsoft.com/office/drawing/2014/main" id="{31BD44C5-64CA-A12E-B2D8-A8AC6085E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194" y="12319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213">
              <a:extLst>
                <a:ext uri="{FF2B5EF4-FFF2-40B4-BE49-F238E27FC236}">
                  <a16:creationId xmlns:a16="http://schemas.microsoft.com/office/drawing/2014/main" id="{FC289A28-9569-4D79-31D0-1865C66EA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169" y="12858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214">
              <a:extLst>
                <a:ext uri="{FF2B5EF4-FFF2-40B4-BE49-F238E27FC236}">
                  <a16:creationId xmlns:a16="http://schemas.microsoft.com/office/drawing/2014/main" id="{17E85A62-694F-D603-2F12-3168E9985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144" y="13398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215">
              <a:extLst>
                <a:ext uri="{FF2B5EF4-FFF2-40B4-BE49-F238E27FC236}">
                  <a16:creationId xmlns:a16="http://schemas.microsoft.com/office/drawing/2014/main" id="{91412F0A-E498-E1B4-B4E1-BEEFE0A60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119" y="139382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216">
              <a:extLst>
                <a:ext uri="{FF2B5EF4-FFF2-40B4-BE49-F238E27FC236}">
                  <a16:creationId xmlns:a16="http://schemas.microsoft.com/office/drawing/2014/main" id="{270DDE8D-B630-48D8-4AA2-49F154952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094" y="14478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217">
              <a:extLst>
                <a:ext uri="{FF2B5EF4-FFF2-40B4-BE49-F238E27FC236}">
                  <a16:creationId xmlns:a16="http://schemas.microsoft.com/office/drawing/2014/main" id="{8E41E687-43C3-FD81-4464-ABB3FCE2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069" y="15017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218">
              <a:extLst>
                <a:ext uri="{FF2B5EF4-FFF2-40B4-BE49-F238E27FC236}">
                  <a16:creationId xmlns:a16="http://schemas.microsoft.com/office/drawing/2014/main" id="{3C00ED6D-E7F3-D2C6-F4A2-577E1F644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5044" y="15557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219">
              <a:extLst>
                <a:ext uri="{FF2B5EF4-FFF2-40B4-BE49-F238E27FC236}">
                  <a16:creationId xmlns:a16="http://schemas.microsoft.com/office/drawing/2014/main" id="{4AD82541-BFB6-F022-2325-8E7F24AC4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019" y="160972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220">
              <a:extLst>
                <a:ext uri="{FF2B5EF4-FFF2-40B4-BE49-F238E27FC236}">
                  <a16:creationId xmlns:a16="http://schemas.microsoft.com/office/drawing/2014/main" id="{DDF1A9E2-DD49-4618-DB41-4B8A9F278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994" y="16637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221">
              <a:extLst>
                <a:ext uri="{FF2B5EF4-FFF2-40B4-BE49-F238E27FC236}">
                  <a16:creationId xmlns:a16="http://schemas.microsoft.com/office/drawing/2014/main" id="{FCDC8D03-2022-D776-3B87-DB2D4F340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969" y="17176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222">
              <a:extLst>
                <a:ext uri="{FF2B5EF4-FFF2-40B4-BE49-F238E27FC236}">
                  <a16:creationId xmlns:a16="http://schemas.microsoft.com/office/drawing/2014/main" id="{AFC04F0A-1A06-A044-06ED-DEBDA6A47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944" y="17716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223">
              <a:extLst>
                <a:ext uri="{FF2B5EF4-FFF2-40B4-BE49-F238E27FC236}">
                  <a16:creationId xmlns:a16="http://schemas.microsoft.com/office/drawing/2014/main" id="{2685C8D3-B75A-C156-9707-6736EA5D8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919" y="18256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224">
              <a:extLst>
                <a:ext uri="{FF2B5EF4-FFF2-40B4-BE49-F238E27FC236}">
                  <a16:creationId xmlns:a16="http://schemas.microsoft.com/office/drawing/2014/main" id="{B31C978E-2E84-A9B3-B190-16AD6F1D3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894" y="18796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225">
              <a:extLst>
                <a:ext uri="{FF2B5EF4-FFF2-40B4-BE49-F238E27FC236}">
                  <a16:creationId xmlns:a16="http://schemas.microsoft.com/office/drawing/2014/main" id="{42106BC6-395E-93CE-3F14-A319C1B15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869" y="19335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4" name="Freeform 226">
              <a:extLst>
                <a:ext uri="{FF2B5EF4-FFF2-40B4-BE49-F238E27FC236}">
                  <a16:creationId xmlns:a16="http://schemas.microsoft.com/office/drawing/2014/main" id="{819282CF-5D7F-3D8B-F04E-A5B2285A1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894" y="950913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Freeform 227">
              <a:extLst>
                <a:ext uri="{FF2B5EF4-FFF2-40B4-BE49-F238E27FC236}">
                  <a16:creationId xmlns:a16="http://schemas.microsoft.com/office/drawing/2014/main" id="{2C04348E-3B6A-23B1-5B01-A94321AA3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869" y="10048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" name="Freeform 228">
              <a:extLst>
                <a:ext uri="{FF2B5EF4-FFF2-40B4-BE49-F238E27FC236}">
                  <a16:creationId xmlns:a16="http://schemas.microsoft.com/office/drawing/2014/main" id="{A5F37EFA-2DD0-3E84-DCD5-55CB59688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844" y="10588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" name="Freeform 229">
              <a:extLst>
                <a:ext uri="{FF2B5EF4-FFF2-40B4-BE49-F238E27FC236}">
                  <a16:creationId xmlns:a16="http://schemas.microsoft.com/office/drawing/2014/main" id="{0CFF684F-1CAD-74B5-98A5-3DF2101E7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19" y="1112838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" name="Freeform 230">
              <a:extLst>
                <a:ext uri="{FF2B5EF4-FFF2-40B4-BE49-F238E27FC236}">
                  <a16:creationId xmlns:a16="http://schemas.microsoft.com/office/drawing/2014/main" id="{09B0008A-AF27-C5AD-BEC5-98B7BAADC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794" y="11668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" name="Freeform 231">
              <a:extLst>
                <a:ext uri="{FF2B5EF4-FFF2-40B4-BE49-F238E27FC236}">
                  <a16:creationId xmlns:a16="http://schemas.microsoft.com/office/drawing/2014/main" id="{7FB1997E-4F07-EA89-A0B0-A67DF321F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769" y="1222375"/>
              <a:ext cx="36513" cy="34925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" name="Freeform 232">
              <a:extLst>
                <a:ext uri="{FF2B5EF4-FFF2-40B4-BE49-F238E27FC236}">
                  <a16:creationId xmlns:a16="http://schemas.microsoft.com/office/drawing/2014/main" id="{269AF698-F999-50D5-E9EC-34B13BC92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744" y="12763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" name="Freeform 233">
              <a:extLst>
                <a:ext uri="{FF2B5EF4-FFF2-40B4-BE49-F238E27FC236}">
                  <a16:creationId xmlns:a16="http://schemas.microsoft.com/office/drawing/2014/main" id="{4ADE88A5-6760-47EB-06D3-9C9DD1BDC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719" y="13303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" name="Freeform 234">
              <a:extLst>
                <a:ext uri="{FF2B5EF4-FFF2-40B4-BE49-F238E27FC236}">
                  <a16:creationId xmlns:a16="http://schemas.microsoft.com/office/drawing/2014/main" id="{CA025ABD-6598-D645-3F39-D4DFDF881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694" y="13843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Freeform 235">
              <a:extLst>
                <a:ext uri="{FF2B5EF4-FFF2-40B4-BE49-F238E27FC236}">
                  <a16:creationId xmlns:a16="http://schemas.microsoft.com/office/drawing/2014/main" id="{402485B0-C24F-CD79-055C-08B136A09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669" y="143827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Freeform 236">
              <a:extLst>
                <a:ext uri="{FF2B5EF4-FFF2-40B4-BE49-F238E27FC236}">
                  <a16:creationId xmlns:a16="http://schemas.microsoft.com/office/drawing/2014/main" id="{4A1B1631-E148-BFF1-6148-FE63944C2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644" y="14922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Freeform 237">
              <a:extLst>
                <a:ext uri="{FF2B5EF4-FFF2-40B4-BE49-F238E27FC236}">
                  <a16:creationId xmlns:a16="http://schemas.microsoft.com/office/drawing/2014/main" id="{0E3DF2AB-05DF-427A-BE55-85F34D916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19" y="15462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Freeform 238">
              <a:extLst>
                <a:ext uri="{FF2B5EF4-FFF2-40B4-BE49-F238E27FC236}">
                  <a16:creationId xmlns:a16="http://schemas.microsoft.com/office/drawing/2014/main" id="{70B16042-F791-3D7F-FCB3-BFAB6072F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594" y="160020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" name="Freeform 239">
              <a:extLst>
                <a:ext uri="{FF2B5EF4-FFF2-40B4-BE49-F238E27FC236}">
                  <a16:creationId xmlns:a16="http://schemas.microsoft.com/office/drawing/2014/main" id="{33E9B701-979A-3377-8266-B126FF5CB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569" y="16541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" name="Freeform 240">
              <a:extLst>
                <a:ext uri="{FF2B5EF4-FFF2-40B4-BE49-F238E27FC236}">
                  <a16:creationId xmlns:a16="http://schemas.microsoft.com/office/drawing/2014/main" id="{CC393173-F499-2648-A9A8-294446D64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544" y="17081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" name="Freeform 241">
              <a:extLst>
                <a:ext uri="{FF2B5EF4-FFF2-40B4-BE49-F238E27FC236}">
                  <a16:creationId xmlns:a16="http://schemas.microsoft.com/office/drawing/2014/main" id="{C5ACCD88-0EE5-6A50-5616-1B8602C42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519" y="176212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" name="Freeform 242">
              <a:extLst>
                <a:ext uri="{FF2B5EF4-FFF2-40B4-BE49-F238E27FC236}">
                  <a16:creationId xmlns:a16="http://schemas.microsoft.com/office/drawing/2014/main" id="{8ED22EFD-33A5-F82B-E5F1-B1C489F4F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494" y="18161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" name="Freeform 243">
              <a:extLst>
                <a:ext uri="{FF2B5EF4-FFF2-40B4-BE49-F238E27FC236}">
                  <a16:creationId xmlns:a16="http://schemas.microsoft.com/office/drawing/2014/main" id="{ED91A15A-80E0-83E5-9183-AB12AB2EA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469" y="18700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" name="Freeform 244">
              <a:extLst>
                <a:ext uri="{FF2B5EF4-FFF2-40B4-BE49-F238E27FC236}">
                  <a16:creationId xmlns:a16="http://schemas.microsoft.com/office/drawing/2014/main" id="{0BA924A2-53EC-9FA7-66EB-7D72D719B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444" y="19240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" name="Freeform 245">
              <a:extLst>
                <a:ext uri="{FF2B5EF4-FFF2-40B4-BE49-F238E27FC236}">
                  <a16:creationId xmlns:a16="http://schemas.microsoft.com/office/drawing/2014/main" id="{6CFA558C-1D30-9C86-1D70-C31DB24CB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007" y="1978025"/>
              <a:ext cx="34925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" name="Freeform 246">
              <a:extLst>
                <a:ext uri="{FF2B5EF4-FFF2-40B4-BE49-F238E27FC236}">
                  <a16:creationId xmlns:a16="http://schemas.microsoft.com/office/drawing/2014/main" id="{37EA13EB-735A-ADB9-1012-59DEBFFE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44" y="9953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" name="Freeform 247">
              <a:extLst>
                <a:ext uri="{FF2B5EF4-FFF2-40B4-BE49-F238E27FC236}">
                  <a16:creationId xmlns:a16="http://schemas.microsoft.com/office/drawing/2014/main" id="{1137A786-7E78-5DDD-694E-559D00C17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419" y="104933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" name="Oval 248">
              <a:extLst>
                <a:ext uri="{FF2B5EF4-FFF2-40B4-BE49-F238E27FC236}">
                  <a16:creationId xmlns:a16="http://schemas.microsoft.com/office/drawing/2014/main" id="{2D5DC407-8756-8C35-272F-271B761D2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82" y="11049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" name="Freeform 249">
              <a:extLst>
                <a:ext uri="{FF2B5EF4-FFF2-40B4-BE49-F238E27FC236}">
                  <a16:creationId xmlns:a16="http://schemas.microsoft.com/office/drawing/2014/main" id="{FAB8E4DA-D53C-239F-1A0C-B5B2ACDB7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369" y="11572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" name="Freeform 250">
              <a:extLst>
                <a:ext uri="{FF2B5EF4-FFF2-40B4-BE49-F238E27FC236}">
                  <a16:creationId xmlns:a16="http://schemas.microsoft.com/office/drawing/2014/main" id="{7F1F0791-563A-2F1F-06AD-B5FD00102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44" y="1211263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" name="Freeform 251">
              <a:extLst>
                <a:ext uri="{FF2B5EF4-FFF2-40B4-BE49-F238E27FC236}">
                  <a16:creationId xmlns:a16="http://schemas.microsoft.com/office/drawing/2014/main" id="{F9CF0D96-286E-9128-81ED-EB5429680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19" y="1265238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" name="Freeform 252">
              <a:extLst>
                <a:ext uri="{FF2B5EF4-FFF2-40B4-BE49-F238E27FC236}">
                  <a16:creationId xmlns:a16="http://schemas.microsoft.com/office/drawing/2014/main" id="{266A23A8-A9F3-42C4-77AE-5296E4C52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294" y="13192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" name="Freeform 253">
              <a:extLst>
                <a:ext uri="{FF2B5EF4-FFF2-40B4-BE49-F238E27FC236}">
                  <a16:creationId xmlns:a16="http://schemas.microsoft.com/office/drawing/2014/main" id="{6175D4B3-4286-2114-04B6-C535E959B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269" y="137318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" name="Freeform 254">
              <a:extLst>
                <a:ext uri="{FF2B5EF4-FFF2-40B4-BE49-F238E27FC236}">
                  <a16:creationId xmlns:a16="http://schemas.microsoft.com/office/drawing/2014/main" id="{2671F2C3-A1CF-C92F-51BB-87663E581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244" y="1427163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" name="Freeform 255">
              <a:extLst>
                <a:ext uri="{FF2B5EF4-FFF2-40B4-BE49-F238E27FC236}">
                  <a16:creationId xmlns:a16="http://schemas.microsoft.com/office/drawing/2014/main" id="{A61B61C2-FF9D-14E6-6161-53FC75273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219" y="148113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" name="Freeform 256">
              <a:extLst>
                <a:ext uri="{FF2B5EF4-FFF2-40B4-BE49-F238E27FC236}">
                  <a16:creationId xmlns:a16="http://schemas.microsoft.com/office/drawing/2014/main" id="{023806EB-552C-94E3-2965-31BC1F0B5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194" y="1536700"/>
              <a:ext cx="36513" cy="34925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" name="Freeform 257">
              <a:extLst>
                <a:ext uri="{FF2B5EF4-FFF2-40B4-BE49-F238E27FC236}">
                  <a16:creationId xmlns:a16="http://schemas.microsoft.com/office/drawing/2014/main" id="{F249E0C1-67F9-7E76-CE90-05D3A471F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169" y="159067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" name="Freeform 258">
              <a:extLst>
                <a:ext uri="{FF2B5EF4-FFF2-40B4-BE49-F238E27FC236}">
                  <a16:creationId xmlns:a16="http://schemas.microsoft.com/office/drawing/2014/main" id="{36FD9416-1D28-D83F-4723-9DBC3A70A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144" y="16446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" name="Freeform 259">
              <a:extLst>
                <a:ext uri="{FF2B5EF4-FFF2-40B4-BE49-F238E27FC236}">
                  <a16:creationId xmlns:a16="http://schemas.microsoft.com/office/drawing/2014/main" id="{86F1BB40-BC56-12D9-8975-27202536A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119" y="169862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" name="Freeform 260">
              <a:extLst>
                <a:ext uri="{FF2B5EF4-FFF2-40B4-BE49-F238E27FC236}">
                  <a16:creationId xmlns:a16="http://schemas.microsoft.com/office/drawing/2014/main" id="{21EAF8E6-69E4-8E39-B85B-6590778B6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682" y="1752600"/>
              <a:ext cx="34925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" name="Freeform 261">
              <a:extLst>
                <a:ext uri="{FF2B5EF4-FFF2-40B4-BE49-F238E27FC236}">
                  <a16:creationId xmlns:a16="http://schemas.microsoft.com/office/drawing/2014/main" id="{2F9554D7-D65A-230B-6B1D-7C83B0613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657" y="18065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" name="Freeform 262">
              <a:extLst>
                <a:ext uri="{FF2B5EF4-FFF2-40B4-BE49-F238E27FC236}">
                  <a16:creationId xmlns:a16="http://schemas.microsoft.com/office/drawing/2014/main" id="{4E038F6E-FDAD-CECD-6E17-B5E384A6D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632" y="1860550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" name="Freeform 263">
              <a:extLst>
                <a:ext uri="{FF2B5EF4-FFF2-40B4-BE49-F238E27FC236}">
                  <a16:creationId xmlns:a16="http://schemas.microsoft.com/office/drawing/2014/main" id="{BFD7E722-DD95-E5C9-9217-4D1E7D68A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607" y="191452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" name="Freeform 264">
              <a:extLst>
                <a:ext uri="{FF2B5EF4-FFF2-40B4-BE49-F238E27FC236}">
                  <a16:creationId xmlns:a16="http://schemas.microsoft.com/office/drawing/2014/main" id="{58E9C0D6-7B85-6F24-67A9-40DFE88F2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582" y="19685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" name="Freeform 265">
              <a:extLst>
                <a:ext uri="{FF2B5EF4-FFF2-40B4-BE49-F238E27FC236}">
                  <a16:creationId xmlns:a16="http://schemas.microsoft.com/office/drawing/2014/main" id="{B41C9561-F8C2-50B8-4D4C-92E0FDCDD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557" y="202247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66" name="Freeform 881">
            <a:extLst>
              <a:ext uri="{FF2B5EF4-FFF2-40B4-BE49-F238E27FC236}">
                <a16:creationId xmlns:a16="http://schemas.microsoft.com/office/drawing/2014/main" id="{075C12CE-4D0F-6D5F-998B-910F623A00AD}"/>
              </a:ext>
            </a:extLst>
          </p:cNvPr>
          <p:cNvSpPr>
            <a:spLocks/>
          </p:cNvSpPr>
          <p:nvPr userDrawn="1"/>
        </p:nvSpPr>
        <p:spPr bwMode="auto">
          <a:xfrm>
            <a:off x="8403036" y="4402536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67" name="Freeform 352">
            <a:extLst>
              <a:ext uri="{FF2B5EF4-FFF2-40B4-BE49-F238E27FC236}">
                <a16:creationId xmlns:a16="http://schemas.microsoft.com/office/drawing/2014/main" id="{7FDB592B-FFD7-C968-8799-C1D2B9FCC36E}"/>
              </a:ext>
            </a:extLst>
          </p:cNvPr>
          <p:cNvSpPr>
            <a:spLocks/>
          </p:cNvSpPr>
          <p:nvPr userDrawn="1"/>
        </p:nvSpPr>
        <p:spPr bwMode="auto">
          <a:xfrm>
            <a:off x="-1093603" y="3011591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723900" y="1369219"/>
            <a:ext cx="7696200" cy="322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6" r:id="rId5"/>
    <p:sldLayoutId id="2147483659" r:id="rId6"/>
    <p:sldLayoutId id="2147483660" r:id="rId7"/>
    <p:sldLayoutId id="214748366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chemeClr val="tx1"/>
          </a:solidFill>
          <a:latin typeface="Poppins ExtraBold" panose="00000900000000000000" pitchFamily="2" charset="0"/>
          <a:ea typeface="Poppins ExtraBold" panose="00000900000000000000" pitchFamily="2" charset="0"/>
          <a:cs typeface="Poppins ExtraBold" panose="000009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8">
          <p15:clr>
            <a:srgbClr val="F26B43"/>
          </p15:clr>
        </p15:guide>
        <p15:guide id="2" orient="horz" pos="2892">
          <p15:clr>
            <a:srgbClr val="F26B43"/>
          </p15:clr>
        </p15:guide>
        <p15:guide id="3" pos="456">
          <p15:clr>
            <a:srgbClr val="F26B43"/>
          </p15:clr>
        </p15:guide>
        <p15:guide id="4" pos="5304">
          <p15:clr>
            <a:srgbClr val="F26B43"/>
          </p15:clr>
        </p15:guide>
        <p15:guide id="5" pos="2880">
          <p15:clr>
            <a:srgbClr val="F26B43"/>
          </p15:clr>
        </p15:guide>
        <p15:guide id="6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8.png"/><Relationship Id="rId4" Type="http://schemas.openxmlformats.org/officeDocument/2006/relationships/notesSlide" Target="../notesSlides/notesSlide1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>
            <a:spLocks noGrp="1"/>
          </p:cNvSpPr>
          <p:nvPr>
            <p:ph type="ctrTitle"/>
          </p:nvPr>
        </p:nvSpPr>
        <p:spPr>
          <a:xfrm>
            <a:off x="1082002" y="724560"/>
            <a:ext cx="6858000" cy="2078412"/>
          </a:xfrm>
        </p:spPr>
        <p:txBody>
          <a:bodyPr/>
          <a:lstStyle/>
          <a:p>
            <a:r>
              <a:rPr lang="en-US" dirty="0"/>
              <a:t>EduHub</a:t>
            </a:r>
          </a:p>
        </p:txBody>
      </p:sp>
      <p:grpSp>
        <p:nvGrpSpPr>
          <p:cNvPr id="836" name="Group 835">
            <a:extLst>
              <a:ext uri="{FF2B5EF4-FFF2-40B4-BE49-F238E27FC236}">
                <a16:creationId xmlns:a16="http://schemas.microsoft.com/office/drawing/2014/main" id="{31AC16FC-AEF4-7332-4245-2AD669A3C5D4}"/>
              </a:ext>
            </a:extLst>
          </p:cNvPr>
          <p:cNvGrpSpPr/>
          <p:nvPr/>
        </p:nvGrpSpPr>
        <p:grpSpPr>
          <a:xfrm>
            <a:off x="7299731" y="-188874"/>
            <a:ext cx="2300556" cy="2575530"/>
            <a:chOff x="3238240" y="323850"/>
            <a:chExt cx="1739901" cy="1947863"/>
          </a:xfrm>
        </p:grpSpPr>
        <p:sp>
          <p:nvSpPr>
            <p:cNvPr id="837" name="Freeform 352">
              <a:extLst>
                <a:ext uri="{FF2B5EF4-FFF2-40B4-BE49-F238E27FC236}">
                  <a16:creationId xmlns:a16="http://schemas.microsoft.com/office/drawing/2014/main" id="{4031C319-4D43-65E7-D8A3-763518BDF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240" y="323850"/>
              <a:ext cx="1654175" cy="1947863"/>
            </a:xfrm>
            <a:custGeom>
              <a:avLst/>
              <a:gdLst>
                <a:gd name="T0" fmla="*/ 50016 w 50016"/>
                <a:gd name="T1" fmla="*/ 49881 h 58876"/>
                <a:gd name="T2" fmla="*/ 135 w 50016"/>
                <a:gd name="T3" fmla="*/ 0 h 58876"/>
                <a:gd name="T4" fmla="*/ 0 w 50016"/>
                <a:gd name="T5" fmla="*/ 29959 h 58876"/>
                <a:gd name="T6" fmla="*/ 26668 w 50016"/>
                <a:gd name="T7" fmla="*/ 56627 h 58876"/>
                <a:gd name="T8" fmla="*/ 32096 w 50016"/>
                <a:gd name="T9" fmla="*/ 58876 h 58876"/>
                <a:gd name="T10" fmla="*/ 49927 w 50016"/>
                <a:gd name="T11" fmla="*/ 58876 h 58876"/>
                <a:gd name="T12" fmla="*/ 50016 w 50016"/>
                <a:gd name="T13" fmla="*/ 49881 h 58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016" h="5887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8" name="Freeform 353">
              <a:extLst>
                <a:ext uri="{FF2B5EF4-FFF2-40B4-BE49-F238E27FC236}">
                  <a16:creationId xmlns:a16="http://schemas.microsoft.com/office/drawing/2014/main" id="{7B18F7C8-35B0-1E49-78B2-44873FFA0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753" y="947738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9" name="Freeform 354">
              <a:extLst>
                <a:ext uri="{FF2B5EF4-FFF2-40B4-BE49-F238E27FC236}">
                  <a16:creationId xmlns:a16="http://schemas.microsoft.com/office/drawing/2014/main" id="{F229DF5C-6D03-645C-D7B5-C5BC18DCC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015" y="1260475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0" name="Freeform 355">
              <a:extLst>
                <a:ext uri="{FF2B5EF4-FFF2-40B4-BE49-F238E27FC236}">
                  <a16:creationId xmlns:a16="http://schemas.microsoft.com/office/drawing/2014/main" id="{236F2C65-6F09-5015-1950-297B8231F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778" y="1271588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1" name="Freeform 356">
              <a:extLst>
                <a:ext uri="{FF2B5EF4-FFF2-40B4-BE49-F238E27FC236}">
                  <a16:creationId xmlns:a16="http://schemas.microsoft.com/office/drawing/2014/main" id="{D5E04068-30CE-603B-B5E1-EAC88BC61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2328" y="1189038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1104" name="Group 1103">
            <a:extLst>
              <a:ext uri="{FF2B5EF4-FFF2-40B4-BE49-F238E27FC236}">
                <a16:creationId xmlns:a16="http://schemas.microsoft.com/office/drawing/2014/main" id="{4A988A65-2E46-B550-F28A-B96596A88AEE}"/>
              </a:ext>
            </a:extLst>
          </p:cNvPr>
          <p:cNvGrpSpPr/>
          <p:nvPr/>
        </p:nvGrpSpPr>
        <p:grpSpPr>
          <a:xfrm>
            <a:off x="-8453" y="2367224"/>
            <a:ext cx="2187206" cy="2789633"/>
            <a:chOff x="3700202" y="2700338"/>
            <a:chExt cx="1654175" cy="2109788"/>
          </a:xfrm>
        </p:grpSpPr>
        <p:sp>
          <p:nvSpPr>
            <p:cNvPr id="1105" name="Freeform 880">
              <a:extLst>
                <a:ext uri="{FF2B5EF4-FFF2-40B4-BE49-F238E27FC236}">
                  <a16:creationId xmlns:a16="http://schemas.microsoft.com/office/drawing/2014/main" id="{F4954309-A5D7-314F-52B2-034B54A79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202" y="2700338"/>
              <a:ext cx="1654175" cy="2109788"/>
            </a:xfrm>
            <a:custGeom>
              <a:avLst/>
              <a:gdLst>
                <a:gd name="T0" fmla="*/ 50004 w 50004"/>
                <a:gd name="T1" fmla="*/ 50004 h 63780"/>
                <a:gd name="T2" fmla="*/ 0 w 50004"/>
                <a:gd name="T3" fmla="*/ 0 h 63780"/>
                <a:gd name="T4" fmla="*/ 79 w 50004"/>
                <a:gd name="T5" fmla="*/ 29993 h 63780"/>
                <a:gd name="T6" fmla="*/ 33867 w 50004"/>
                <a:gd name="T7" fmla="*/ 63780 h 63780"/>
                <a:gd name="T8" fmla="*/ 50001 w 50004"/>
                <a:gd name="T9" fmla="*/ 63703 h 63780"/>
                <a:gd name="T10" fmla="*/ 50004 w 50004"/>
                <a:gd name="T11" fmla="*/ 50004 h 63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004" h="6378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6" name="Freeform 882">
              <a:extLst>
                <a:ext uri="{FF2B5EF4-FFF2-40B4-BE49-F238E27FC236}">
                  <a16:creationId xmlns:a16="http://schemas.microsoft.com/office/drawing/2014/main" id="{7DB28536-63A3-E3E8-4642-1BA5E80AD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377" y="3690938"/>
              <a:ext cx="1117600" cy="1117600"/>
            </a:xfrm>
            <a:custGeom>
              <a:avLst/>
              <a:gdLst>
                <a:gd name="T0" fmla="*/ 0 w 33788"/>
                <a:gd name="T1" fmla="*/ 0 h 33787"/>
                <a:gd name="T2" fmla="*/ 33788 w 33788"/>
                <a:gd name="T3" fmla="*/ 33787 h 33787"/>
                <a:gd name="T4" fmla="*/ 36 w 33788"/>
                <a:gd name="T5" fmla="*/ 33751 h 33787"/>
                <a:gd name="T6" fmla="*/ 0 w 33788"/>
                <a:gd name="T7" fmla="*/ 0 h 33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788" h="33787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7" name="Freeform 883">
              <a:extLst>
                <a:ext uri="{FF2B5EF4-FFF2-40B4-BE49-F238E27FC236}">
                  <a16:creationId xmlns:a16="http://schemas.microsoft.com/office/drawing/2014/main" id="{CFD8116B-5277-543A-8C47-14BFB030A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390" y="3656013"/>
              <a:ext cx="935038" cy="652463"/>
            </a:xfrm>
            <a:custGeom>
              <a:avLst/>
              <a:gdLst>
                <a:gd name="T0" fmla="*/ 0 w 28281"/>
                <a:gd name="T1" fmla="*/ 5276 h 19728"/>
                <a:gd name="T2" fmla="*/ 0 w 28281"/>
                <a:gd name="T3" fmla="*/ 5276 h 19728"/>
                <a:gd name="T4" fmla="*/ 19104 w 28281"/>
                <a:gd name="T5" fmla="*/ 5276 h 19728"/>
                <a:gd name="T6" fmla="*/ 28281 w 28281"/>
                <a:gd name="T7" fmla="*/ 14453 h 19728"/>
                <a:gd name="T8" fmla="*/ 28281 w 28281"/>
                <a:gd name="T9" fmla="*/ 14453 h 19728"/>
                <a:gd name="T10" fmla="*/ 9177 w 28281"/>
                <a:gd name="T11" fmla="*/ 14453 h 19728"/>
                <a:gd name="T12" fmla="*/ 0 w 28281"/>
                <a:gd name="T13" fmla="*/ 5276 h 19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8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8" name="Freeform 884">
              <a:extLst>
                <a:ext uri="{FF2B5EF4-FFF2-40B4-BE49-F238E27FC236}">
                  <a16:creationId xmlns:a16="http://schemas.microsoft.com/office/drawing/2014/main" id="{0D1E18A9-F22F-A830-C7D2-11C32912C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240" y="3967163"/>
              <a:ext cx="935038" cy="652463"/>
            </a:xfrm>
            <a:custGeom>
              <a:avLst/>
              <a:gdLst>
                <a:gd name="T0" fmla="*/ 0 w 28281"/>
                <a:gd name="T1" fmla="*/ 5275 h 19727"/>
                <a:gd name="T2" fmla="*/ 0 w 28281"/>
                <a:gd name="T3" fmla="*/ 5275 h 19727"/>
                <a:gd name="T4" fmla="*/ 19104 w 28281"/>
                <a:gd name="T5" fmla="*/ 5275 h 19727"/>
                <a:gd name="T6" fmla="*/ 28281 w 28281"/>
                <a:gd name="T7" fmla="*/ 14452 h 19727"/>
                <a:gd name="T8" fmla="*/ 28281 w 28281"/>
                <a:gd name="T9" fmla="*/ 14452 h 19727"/>
                <a:gd name="T10" fmla="*/ 9177 w 28281"/>
                <a:gd name="T11" fmla="*/ 14452 h 19727"/>
                <a:gd name="T12" fmla="*/ 0 w 28281"/>
                <a:gd name="T13" fmla="*/ 5275 h 19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7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9" name="Freeform 885">
              <a:extLst>
                <a:ext uri="{FF2B5EF4-FFF2-40B4-BE49-F238E27FC236}">
                  <a16:creationId xmlns:a16="http://schemas.microsoft.com/office/drawing/2014/main" id="{BA1B5432-1E1D-A92E-1F8F-505050640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827" y="3976688"/>
              <a:ext cx="401638" cy="401638"/>
            </a:xfrm>
            <a:custGeom>
              <a:avLst/>
              <a:gdLst>
                <a:gd name="T0" fmla="*/ 2647 w 12133"/>
                <a:gd name="T1" fmla="*/ 9486 h 12133"/>
                <a:gd name="T2" fmla="*/ 12133 w 12133"/>
                <a:gd name="T3" fmla="*/ 9597 h 12133"/>
                <a:gd name="T4" fmla="*/ 2536 w 12133"/>
                <a:gd name="T5" fmla="*/ 0 h 12133"/>
                <a:gd name="T6" fmla="*/ 2647 w 12133"/>
                <a:gd name="T7" fmla="*/ 9486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10" name="Freeform 886">
              <a:extLst>
                <a:ext uri="{FF2B5EF4-FFF2-40B4-BE49-F238E27FC236}">
                  <a16:creationId xmlns:a16="http://schemas.microsoft.com/office/drawing/2014/main" id="{DD44F8FC-B3DB-C153-2C7E-271A1570A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377" y="3895725"/>
              <a:ext cx="401638" cy="401638"/>
            </a:xfrm>
            <a:custGeom>
              <a:avLst/>
              <a:gdLst>
                <a:gd name="T0" fmla="*/ 9486 w 12133"/>
                <a:gd name="T1" fmla="*/ 2647 h 12133"/>
                <a:gd name="T2" fmla="*/ 0 w 12133"/>
                <a:gd name="T3" fmla="*/ 2536 h 12133"/>
                <a:gd name="T4" fmla="*/ 9597 w 12133"/>
                <a:gd name="T5" fmla="*/ 12133 h 12133"/>
                <a:gd name="T6" fmla="*/ 9486 w 12133"/>
                <a:gd name="T7" fmla="*/ 2647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11" name="Freeform 352">
            <a:extLst>
              <a:ext uri="{FF2B5EF4-FFF2-40B4-BE49-F238E27FC236}">
                <a16:creationId xmlns:a16="http://schemas.microsoft.com/office/drawing/2014/main" id="{6A9237F8-3C83-B10A-D1CB-548385BDCF4B}"/>
              </a:ext>
            </a:extLst>
          </p:cNvPr>
          <p:cNvSpPr>
            <a:spLocks/>
          </p:cNvSpPr>
          <p:nvPr/>
        </p:nvSpPr>
        <p:spPr bwMode="auto">
          <a:xfrm>
            <a:off x="7505439" y="-2014745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9782EA-92FB-0C68-971D-34A7CF4BB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340" y="3278542"/>
            <a:ext cx="1567324" cy="1567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9DE934-8E46-1980-0EEC-0BED1E112AB6}"/>
              </a:ext>
            </a:extLst>
          </p:cNvPr>
          <p:cNvSpPr txBox="1"/>
          <p:nvPr/>
        </p:nvSpPr>
        <p:spPr>
          <a:xfrm>
            <a:off x="2537807" y="245237"/>
            <a:ext cx="5471160" cy="1268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36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Akhbar MT" pitchFamily="2" charset="-78"/>
              </a:rPr>
              <a:t>Presented By :</a:t>
            </a:r>
            <a:endParaRPr lang="en-US" altLang="ko-KR" sz="3600" i="1" dirty="0">
              <a:solidFill>
                <a:schemeClr val="accent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endParaRPr lang="ar-SA" sz="2400" b="1" dirty="0">
              <a:solidFill>
                <a:schemeClr val="accent1">
                  <a:lumMod val="50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94916F-E81D-2C1D-01E3-A5A6AECFBC67}"/>
              </a:ext>
            </a:extLst>
          </p:cNvPr>
          <p:cNvSpPr txBox="1"/>
          <p:nvPr/>
        </p:nvSpPr>
        <p:spPr>
          <a:xfrm>
            <a:off x="2390168" y="1167974"/>
            <a:ext cx="5471160" cy="105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endParaRPr lang="en-US" altLang="ko-KR" sz="2400" i="1" dirty="0">
              <a:solidFill>
                <a:schemeClr val="bg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endParaRPr lang="ar-SA" sz="2400" b="1" dirty="0">
              <a:solidFill>
                <a:srgbClr val="1C343C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grpSp>
        <p:nvGrpSpPr>
          <p:cNvPr id="4" name="Google Shape;284;p8">
            <a:extLst>
              <a:ext uri="{FF2B5EF4-FFF2-40B4-BE49-F238E27FC236}">
                <a16:creationId xmlns:a16="http://schemas.microsoft.com/office/drawing/2014/main" id="{D829C476-D365-C2F8-FD83-E7D6AF4712FC}"/>
              </a:ext>
            </a:extLst>
          </p:cNvPr>
          <p:cNvGrpSpPr/>
          <p:nvPr/>
        </p:nvGrpSpPr>
        <p:grpSpPr>
          <a:xfrm>
            <a:off x="2144668" y="1373001"/>
            <a:ext cx="154155" cy="195386"/>
            <a:chOff x="5059700" y="2334775"/>
            <a:chExt cx="40775" cy="66025"/>
          </a:xfrm>
        </p:grpSpPr>
        <p:sp>
          <p:nvSpPr>
            <p:cNvPr id="6" name="Google Shape;285;p8">
              <a:extLst>
                <a:ext uri="{FF2B5EF4-FFF2-40B4-BE49-F238E27FC236}">
                  <a16:creationId xmlns:a16="http://schemas.microsoft.com/office/drawing/2014/main" id="{DE86782E-80B8-E9F0-DA45-05B0D06447DC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286;p8">
              <a:extLst>
                <a:ext uri="{FF2B5EF4-FFF2-40B4-BE49-F238E27FC236}">
                  <a16:creationId xmlns:a16="http://schemas.microsoft.com/office/drawing/2014/main" id="{1AFD47D0-9B23-06E7-5728-C6A1ED67BD48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287;p8">
              <a:extLst>
                <a:ext uri="{FF2B5EF4-FFF2-40B4-BE49-F238E27FC236}">
                  <a16:creationId xmlns:a16="http://schemas.microsoft.com/office/drawing/2014/main" id="{E600136B-685A-A6F3-A7A2-A9D41952553A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Google Shape;288;p8">
              <a:extLst>
                <a:ext uri="{FF2B5EF4-FFF2-40B4-BE49-F238E27FC236}">
                  <a16:creationId xmlns:a16="http://schemas.microsoft.com/office/drawing/2014/main" id="{7E8E03F4-4030-7676-8B58-5B4ACBA19B26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Google Shape;289;p8">
              <a:extLst>
                <a:ext uri="{FF2B5EF4-FFF2-40B4-BE49-F238E27FC236}">
                  <a16:creationId xmlns:a16="http://schemas.microsoft.com/office/drawing/2014/main" id="{14AF2A28-E69B-6EF2-72F6-8D35F5E648EF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Google Shape;290;p8">
              <a:extLst>
                <a:ext uri="{FF2B5EF4-FFF2-40B4-BE49-F238E27FC236}">
                  <a16:creationId xmlns:a16="http://schemas.microsoft.com/office/drawing/2014/main" id="{B3176ACD-CBAF-70AC-B0F0-6C3AEDD832A0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" name="Google Shape;291;p8">
              <a:extLst>
                <a:ext uri="{FF2B5EF4-FFF2-40B4-BE49-F238E27FC236}">
                  <a16:creationId xmlns:a16="http://schemas.microsoft.com/office/drawing/2014/main" id="{CAD94C16-D432-48FB-C26B-9B13AB2E9085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" name="Google Shape;292;p8">
              <a:extLst>
                <a:ext uri="{FF2B5EF4-FFF2-40B4-BE49-F238E27FC236}">
                  <a16:creationId xmlns:a16="http://schemas.microsoft.com/office/drawing/2014/main" id="{0BEBB8D4-C0A7-B10F-3A28-BACFCA5D5393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Google Shape;293;p8">
              <a:extLst>
                <a:ext uri="{FF2B5EF4-FFF2-40B4-BE49-F238E27FC236}">
                  <a16:creationId xmlns:a16="http://schemas.microsoft.com/office/drawing/2014/main" id="{B0D29CAC-03E1-FB1C-FA3B-83A7CCB7EA8F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2CE5E030-3848-B564-42B2-13BDB8CDAF90}"/>
              </a:ext>
            </a:extLst>
          </p:cNvPr>
          <p:cNvSpPr txBox="1"/>
          <p:nvPr/>
        </p:nvSpPr>
        <p:spPr>
          <a:xfrm>
            <a:off x="2305534" y="1181252"/>
            <a:ext cx="5471160" cy="105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2400" b="1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Akhbar MT" pitchFamily="2" charset="-78"/>
              </a:rPr>
              <a:t>Manar Ahmed Ahmed Hashad</a:t>
            </a:r>
            <a:endParaRPr lang="en-US" altLang="ko-KR" sz="2400" i="1" dirty="0">
              <a:solidFill>
                <a:schemeClr val="bg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endParaRPr lang="ar-SA" sz="2400" b="1" dirty="0">
              <a:solidFill>
                <a:srgbClr val="1C343C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grpSp>
        <p:nvGrpSpPr>
          <p:cNvPr id="46" name="Google Shape;284;p8">
            <a:extLst>
              <a:ext uri="{FF2B5EF4-FFF2-40B4-BE49-F238E27FC236}">
                <a16:creationId xmlns:a16="http://schemas.microsoft.com/office/drawing/2014/main" id="{4178B018-2924-B546-1843-B23DCE8F7A30}"/>
              </a:ext>
            </a:extLst>
          </p:cNvPr>
          <p:cNvGrpSpPr/>
          <p:nvPr/>
        </p:nvGrpSpPr>
        <p:grpSpPr>
          <a:xfrm>
            <a:off x="2145401" y="1921285"/>
            <a:ext cx="154155" cy="195386"/>
            <a:chOff x="5059700" y="2334775"/>
            <a:chExt cx="40775" cy="66025"/>
          </a:xfrm>
        </p:grpSpPr>
        <p:sp>
          <p:nvSpPr>
            <p:cNvPr id="47" name="Google Shape;285;p8">
              <a:extLst>
                <a:ext uri="{FF2B5EF4-FFF2-40B4-BE49-F238E27FC236}">
                  <a16:creationId xmlns:a16="http://schemas.microsoft.com/office/drawing/2014/main" id="{F2810368-30AF-5042-0875-55561A184183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" name="Google Shape;286;p8">
              <a:extLst>
                <a:ext uri="{FF2B5EF4-FFF2-40B4-BE49-F238E27FC236}">
                  <a16:creationId xmlns:a16="http://schemas.microsoft.com/office/drawing/2014/main" id="{2E19E80F-7FD1-76DF-6A18-221BC8138A8A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" name="Google Shape;287;p8">
              <a:extLst>
                <a:ext uri="{FF2B5EF4-FFF2-40B4-BE49-F238E27FC236}">
                  <a16:creationId xmlns:a16="http://schemas.microsoft.com/office/drawing/2014/main" id="{42F4E03A-3521-4C69-0CC6-8241F01FE2E7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" name="Google Shape;288;p8">
              <a:extLst>
                <a:ext uri="{FF2B5EF4-FFF2-40B4-BE49-F238E27FC236}">
                  <a16:creationId xmlns:a16="http://schemas.microsoft.com/office/drawing/2014/main" id="{D27F2002-B90B-161E-03EA-CB52048000BD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" name="Google Shape;289;p8">
              <a:extLst>
                <a:ext uri="{FF2B5EF4-FFF2-40B4-BE49-F238E27FC236}">
                  <a16:creationId xmlns:a16="http://schemas.microsoft.com/office/drawing/2014/main" id="{EC6DA444-69C8-0EA8-2591-9F210936558E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Google Shape;290;p8">
              <a:extLst>
                <a:ext uri="{FF2B5EF4-FFF2-40B4-BE49-F238E27FC236}">
                  <a16:creationId xmlns:a16="http://schemas.microsoft.com/office/drawing/2014/main" id="{45B41F62-E307-EAF2-B0B7-E1AE1EAEE588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" name="Google Shape;291;p8">
              <a:extLst>
                <a:ext uri="{FF2B5EF4-FFF2-40B4-BE49-F238E27FC236}">
                  <a16:creationId xmlns:a16="http://schemas.microsoft.com/office/drawing/2014/main" id="{5EC00CD1-4887-F54B-5F95-0CEC46E31111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" name="Google Shape;292;p8">
              <a:extLst>
                <a:ext uri="{FF2B5EF4-FFF2-40B4-BE49-F238E27FC236}">
                  <a16:creationId xmlns:a16="http://schemas.microsoft.com/office/drawing/2014/main" id="{E0052D18-DBC6-62E7-DBE3-94B98D9FC3DF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Google Shape;293;p8">
              <a:extLst>
                <a:ext uri="{FF2B5EF4-FFF2-40B4-BE49-F238E27FC236}">
                  <a16:creationId xmlns:a16="http://schemas.microsoft.com/office/drawing/2014/main" id="{4B1ABD56-A4F9-1148-0DDF-FAA56EF93BEE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F1A9D950-0208-9C47-0FF5-45DF82DC89B1}"/>
              </a:ext>
            </a:extLst>
          </p:cNvPr>
          <p:cNvSpPr txBox="1"/>
          <p:nvPr/>
        </p:nvSpPr>
        <p:spPr>
          <a:xfrm>
            <a:off x="2296844" y="2228971"/>
            <a:ext cx="5471160" cy="105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2400" b="1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Akhbar MT" pitchFamily="2" charset="-78"/>
              </a:rPr>
              <a:t>Nada Mohamed Rashid Saad</a:t>
            </a:r>
            <a:endParaRPr lang="en-US" altLang="ko-KR" sz="2400" i="1" dirty="0">
              <a:solidFill>
                <a:schemeClr val="bg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endParaRPr lang="ar-SA" sz="2400" b="1" dirty="0">
              <a:solidFill>
                <a:srgbClr val="1C343C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grpSp>
        <p:nvGrpSpPr>
          <p:cNvPr id="57" name="Google Shape;284;p8">
            <a:extLst>
              <a:ext uri="{FF2B5EF4-FFF2-40B4-BE49-F238E27FC236}">
                <a16:creationId xmlns:a16="http://schemas.microsoft.com/office/drawing/2014/main" id="{5AAFE275-796B-6CA8-F8BF-D5192BBCA373}"/>
              </a:ext>
            </a:extLst>
          </p:cNvPr>
          <p:cNvGrpSpPr/>
          <p:nvPr/>
        </p:nvGrpSpPr>
        <p:grpSpPr>
          <a:xfrm>
            <a:off x="2146047" y="2387855"/>
            <a:ext cx="154155" cy="195386"/>
            <a:chOff x="5059700" y="2334775"/>
            <a:chExt cx="40775" cy="66025"/>
          </a:xfrm>
        </p:grpSpPr>
        <p:sp>
          <p:nvSpPr>
            <p:cNvPr id="58" name="Google Shape;285;p8">
              <a:extLst>
                <a:ext uri="{FF2B5EF4-FFF2-40B4-BE49-F238E27FC236}">
                  <a16:creationId xmlns:a16="http://schemas.microsoft.com/office/drawing/2014/main" id="{DACFA51A-4975-DEFD-E0CD-5E434E39313B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286;p8">
              <a:extLst>
                <a:ext uri="{FF2B5EF4-FFF2-40B4-BE49-F238E27FC236}">
                  <a16:creationId xmlns:a16="http://schemas.microsoft.com/office/drawing/2014/main" id="{7B52AA82-8081-A556-74D5-0221F5657024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" name="Google Shape;287;p8">
              <a:extLst>
                <a:ext uri="{FF2B5EF4-FFF2-40B4-BE49-F238E27FC236}">
                  <a16:creationId xmlns:a16="http://schemas.microsoft.com/office/drawing/2014/main" id="{57069410-8191-B778-7355-4C676E1464DC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" name="Google Shape;288;p8">
              <a:extLst>
                <a:ext uri="{FF2B5EF4-FFF2-40B4-BE49-F238E27FC236}">
                  <a16:creationId xmlns:a16="http://schemas.microsoft.com/office/drawing/2014/main" id="{64CC6C7E-0EFC-6495-ED84-B13DFD77FC31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" name="Google Shape;289;p8">
              <a:extLst>
                <a:ext uri="{FF2B5EF4-FFF2-40B4-BE49-F238E27FC236}">
                  <a16:creationId xmlns:a16="http://schemas.microsoft.com/office/drawing/2014/main" id="{32774C9C-868A-B150-CADC-9C93A9EF8E69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290;p8">
              <a:extLst>
                <a:ext uri="{FF2B5EF4-FFF2-40B4-BE49-F238E27FC236}">
                  <a16:creationId xmlns:a16="http://schemas.microsoft.com/office/drawing/2014/main" id="{6C735022-E78D-7A23-E517-88EFAB81F200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" name="Google Shape;291;p8">
              <a:extLst>
                <a:ext uri="{FF2B5EF4-FFF2-40B4-BE49-F238E27FC236}">
                  <a16:creationId xmlns:a16="http://schemas.microsoft.com/office/drawing/2014/main" id="{20A22959-8D02-FC03-B248-70966A47AC66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292;p8">
              <a:extLst>
                <a:ext uri="{FF2B5EF4-FFF2-40B4-BE49-F238E27FC236}">
                  <a16:creationId xmlns:a16="http://schemas.microsoft.com/office/drawing/2014/main" id="{53A6D9BA-143A-23D4-3436-0D6DEF02B238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293;p8">
              <a:extLst>
                <a:ext uri="{FF2B5EF4-FFF2-40B4-BE49-F238E27FC236}">
                  <a16:creationId xmlns:a16="http://schemas.microsoft.com/office/drawing/2014/main" id="{BE9276E5-B5EF-3768-3109-A38F761E3B13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284;p8">
            <a:extLst>
              <a:ext uri="{FF2B5EF4-FFF2-40B4-BE49-F238E27FC236}">
                <a16:creationId xmlns:a16="http://schemas.microsoft.com/office/drawing/2014/main" id="{786E4A83-B254-DA7B-3AE6-5BB653CDF855}"/>
              </a:ext>
            </a:extLst>
          </p:cNvPr>
          <p:cNvGrpSpPr/>
          <p:nvPr/>
        </p:nvGrpSpPr>
        <p:grpSpPr>
          <a:xfrm>
            <a:off x="2144668" y="2830301"/>
            <a:ext cx="154155" cy="195386"/>
            <a:chOff x="5059700" y="2334775"/>
            <a:chExt cx="40775" cy="66025"/>
          </a:xfrm>
        </p:grpSpPr>
        <p:sp>
          <p:nvSpPr>
            <p:cNvPr id="78" name="Google Shape;285;p8">
              <a:extLst>
                <a:ext uri="{FF2B5EF4-FFF2-40B4-BE49-F238E27FC236}">
                  <a16:creationId xmlns:a16="http://schemas.microsoft.com/office/drawing/2014/main" id="{DEDBC56A-9A55-D35B-EF8F-67F991F8EA31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9" name="Google Shape;286;p8">
              <a:extLst>
                <a:ext uri="{FF2B5EF4-FFF2-40B4-BE49-F238E27FC236}">
                  <a16:creationId xmlns:a16="http://schemas.microsoft.com/office/drawing/2014/main" id="{67398874-01E6-D45C-4957-FE23C31E5130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0" name="Google Shape;287;p8">
              <a:extLst>
                <a:ext uri="{FF2B5EF4-FFF2-40B4-BE49-F238E27FC236}">
                  <a16:creationId xmlns:a16="http://schemas.microsoft.com/office/drawing/2014/main" id="{27155555-2C65-6907-7867-2A3321D772DD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" name="Google Shape;288;p8">
              <a:extLst>
                <a:ext uri="{FF2B5EF4-FFF2-40B4-BE49-F238E27FC236}">
                  <a16:creationId xmlns:a16="http://schemas.microsoft.com/office/drawing/2014/main" id="{B0799435-415D-2DD0-AA8A-500E16ADDD07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2" name="Google Shape;289;p8">
              <a:extLst>
                <a:ext uri="{FF2B5EF4-FFF2-40B4-BE49-F238E27FC236}">
                  <a16:creationId xmlns:a16="http://schemas.microsoft.com/office/drawing/2014/main" id="{07501787-A58A-7631-F767-867B0D0C219E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3" name="Google Shape;290;p8">
              <a:extLst>
                <a:ext uri="{FF2B5EF4-FFF2-40B4-BE49-F238E27FC236}">
                  <a16:creationId xmlns:a16="http://schemas.microsoft.com/office/drawing/2014/main" id="{EA2D8065-F105-6B2E-AB70-B680E037AF1F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4" name="Google Shape;291;p8">
              <a:extLst>
                <a:ext uri="{FF2B5EF4-FFF2-40B4-BE49-F238E27FC236}">
                  <a16:creationId xmlns:a16="http://schemas.microsoft.com/office/drawing/2014/main" id="{653FFDFE-1E9E-1EE2-DBE8-44F79BE9F274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5" name="Google Shape;292;p8">
              <a:extLst>
                <a:ext uri="{FF2B5EF4-FFF2-40B4-BE49-F238E27FC236}">
                  <a16:creationId xmlns:a16="http://schemas.microsoft.com/office/drawing/2014/main" id="{F8CDDA27-E835-49AF-69EF-255818ED437B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" name="Google Shape;293;p8">
              <a:extLst>
                <a:ext uri="{FF2B5EF4-FFF2-40B4-BE49-F238E27FC236}">
                  <a16:creationId xmlns:a16="http://schemas.microsoft.com/office/drawing/2014/main" id="{C3C7D24D-EB87-7D0C-F84C-84033260CC2F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284;p8">
            <a:extLst>
              <a:ext uri="{FF2B5EF4-FFF2-40B4-BE49-F238E27FC236}">
                <a16:creationId xmlns:a16="http://schemas.microsoft.com/office/drawing/2014/main" id="{31D2BBD0-1EC8-68C2-ADFC-C61B733E3A98}"/>
              </a:ext>
            </a:extLst>
          </p:cNvPr>
          <p:cNvGrpSpPr/>
          <p:nvPr/>
        </p:nvGrpSpPr>
        <p:grpSpPr>
          <a:xfrm>
            <a:off x="2166271" y="3275511"/>
            <a:ext cx="154155" cy="195386"/>
            <a:chOff x="5059700" y="2334775"/>
            <a:chExt cx="40775" cy="66025"/>
          </a:xfrm>
        </p:grpSpPr>
        <p:sp>
          <p:nvSpPr>
            <p:cNvPr id="88" name="Google Shape;285;p8">
              <a:extLst>
                <a:ext uri="{FF2B5EF4-FFF2-40B4-BE49-F238E27FC236}">
                  <a16:creationId xmlns:a16="http://schemas.microsoft.com/office/drawing/2014/main" id="{87277EAB-0FDA-CD92-53BF-539CAAF340C2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" name="Google Shape;286;p8">
              <a:extLst>
                <a:ext uri="{FF2B5EF4-FFF2-40B4-BE49-F238E27FC236}">
                  <a16:creationId xmlns:a16="http://schemas.microsoft.com/office/drawing/2014/main" id="{2955DA60-811B-7487-934F-EA80052ADB35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" name="Google Shape;287;p8">
              <a:extLst>
                <a:ext uri="{FF2B5EF4-FFF2-40B4-BE49-F238E27FC236}">
                  <a16:creationId xmlns:a16="http://schemas.microsoft.com/office/drawing/2014/main" id="{7945BE96-8D08-BDE6-101C-6A31DCD959FA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" name="Google Shape;288;p8">
              <a:extLst>
                <a:ext uri="{FF2B5EF4-FFF2-40B4-BE49-F238E27FC236}">
                  <a16:creationId xmlns:a16="http://schemas.microsoft.com/office/drawing/2014/main" id="{3F82DAEA-5FEE-61F3-3D1D-A3A1C973F759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" name="Google Shape;289;p8">
              <a:extLst>
                <a:ext uri="{FF2B5EF4-FFF2-40B4-BE49-F238E27FC236}">
                  <a16:creationId xmlns:a16="http://schemas.microsoft.com/office/drawing/2014/main" id="{0E9FAD19-18F1-BB6C-0D1B-86E4F2FE51B2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" name="Google Shape;290;p8">
              <a:extLst>
                <a:ext uri="{FF2B5EF4-FFF2-40B4-BE49-F238E27FC236}">
                  <a16:creationId xmlns:a16="http://schemas.microsoft.com/office/drawing/2014/main" id="{8D803AA3-7B2E-EC4D-8916-A772271B5F39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" name="Google Shape;291;p8">
              <a:extLst>
                <a:ext uri="{FF2B5EF4-FFF2-40B4-BE49-F238E27FC236}">
                  <a16:creationId xmlns:a16="http://schemas.microsoft.com/office/drawing/2014/main" id="{15AAF26A-9C99-B786-7764-E2880188C3EF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" name="Google Shape;292;p8">
              <a:extLst>
                <a:ext uri="{FF2B5EF4-FFF2-40B4-BE49-F238E27FC236}">
                  <a16:creationId xmlns:a16="http://schemas.microsoft.com/office/drawing/2014/main" id="{F49CA751-F922-52FF-3911-86CB5EC9A7E7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" name="Google Shape;293;p8">
              <a:extLst>
                <a:ext uri="{FF2B5EF4-FFF2-40B4-BE49-F238E27FC236}">
                  <a16:creationId xmlns:a16="http://schemas.microsoft.com/office/drawing/2014/main" id="{9B10C53B-D625-EC4D-AC6A-6F7547E65ED4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BE7F148C-82E6-E9BE-170A-E84A21FD299C}"/>
              </a:ext>
            </a:extLst>
          </p:cNvPr>
          <p:cNvSpPr txBox="1"/>
          <p:nvPr/>
        </p:nvSpPr>
        <p:spPr>
          <a:xfrm>
            <a:off x="2305534" y="1722623"/>
            <a:ext cx="5471160" cy="48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2400" b="1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Akhbar MT" pitchFamily="2" charset="-78"/>
              </a:rPr>
              <a:t>Maryam Ahmed Ahmed Hashad</a:t>
            </a:r>
            <a:endParaRPr lang="en-US" altLang="ko-KR" sz="2400" i="1" dirty="0">
              <a:solidFill>
                <a:schemeClr val="bg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DE2D358-ECE7-E732-B762-48182BF36820}"/>
              </a:ext>
            </a:extLst>
          </p:cNvPr>
          <p:cNvSpPr txBox="1"/>
          <p:nvPr/>
        </p:nvSpPr>
        <p:spPr>
          <a:xfrm>
            <a:off x="2265329" y="3107665"/>
            <a:ext cx="5471160" cy="48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2400" b="1" i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Akhbar MT" pitchFamily="2" charset="-78"/>
              </a:rPr>
              <a:t>Shorouk</a:t>
            </a:r>
            <a:r>
              <a:rPr lang="en-US" altLang="ko-KR" sz="2400" b="1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Akhbar MT" pitchFamily="2" charset="-78"/>
              </a:rPr>
              <a:t> Mostafa Mohamed Hassan</a:t>
            </a:r>
            <a:endParaRPr lang="en-US" altLang="ko-KR" sz="2400" i="1" dirty="0">
              <a:solidFill>
                <a:schemeClr val="bg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9855545-7DD7-1CA7-F40A-5191B82D7EB2}"/>
              </a:ext>
            </a:extLst>
          </p:cNvPr>
          <p:cNvSpPr txBox="1"/>
          <p:nvPr/>
        </p:nvSpPr>
        <p:spPr>
          <a:xfrm>
            <a:off x="2251660" y="2661548"/>
            <a:ext cx="5471160" cy="48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2400" b="1" i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Akhbar MT" pitchFamily="2" charset="-78"/>
              </a:rPr>
              <a:t>Shimaa  Samir Ahmed Ebrahim</a:t>
            </a:r>
            <a:endParaRPr lang="en-US" altLang="ko-KR" sz="2400" i="1" dirty="0">
              <a:solidFill>
                <a:schemeClr val="bg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106" name="Picture 105" descr="A stack of books with a cup of coffee on top&#10;&#10;AI-generated content may be incorrect.">
            <a:extLst>
              <a:ext uri="{FF2B5EF4-FFF2-40B4-BE49-F238E27FC236}">
                <a16:creationId xmlns:a16="http://schemas.microsoft.com/office/drawing/2014/main" id="{E183697D-BD4A-62A9-7E20-5960540E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6" y="1200365"/>
            <a:ext cx="1906623" cy="2765752"/>
          </a:xfrm>
          <a:prstGeom prst="rect">
            <a:avLst/>
          </a:prstGeom>
        </p:spPr>
      </p:pic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9A29736F-FB94-6A15-53C7-26AA94824B4D}"/>
              </a:ext>
            </a:extLst>
          </p:cNvPr>
          <p:cNvCxnSpPr>
            <a:cxnSpLocks/>
          </p:cNvCxnSpPr>
          <p:nvPr/>
        </p:nvCxnSpPr>
        <p:spPr>
          <a:xfrm>
            <a:off x="2144668" y="4212297"/>
            <a:ext cx="45737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99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5" grpId="0"/>
      <p:bldP spid="56" grpId="0"/>
      <p:bldP spid="97" grpId="0"/>
      <p:bldP spid="98" grpId="0"/>
      <p:bldP spid="9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893EA34C-E317-CA7D-4FBA-A39EB9FC0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3" y="261085"/>
            <a:ext cx="7696200" cy="639388"/>
          </a:xfrm>
        </p:spPr>
        <p:txBody>
          <a:bodyPr/>
          <a:lstStyle/>
          <a:p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 :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6C3E91-088A-0A07-EE28-3BF12220C1E7}"/>
              </a:ext>
            </a:extLst>
          </p:cNvPr>
          <p:cNvSpPr txBox="1"/>
          <p:nvPr/>
        </p:nvSpPr>
        <p:spPr>
          <a:xfrm>
            <a:off x="716162" y="900473"/>
            <a:ext cx="521850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The proposed idea.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Defining the Challenge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similar works.</a:t>
            </a:r>
            <a:endParaRPr lang="en-US" sz="1600" b="1" dirty="0">
              <a:solidFill>
                <a:schemeClr val="bg2">
                  <a:lumMod val="50000"/>
                </a:schemeClr>
              </a:solidFill>
              <a:latin typeface="Gabriola" panose="04040605051002020D02" pitchFamily="82" charset="0"/>
              <a:cs typeface="Urdu Typesetting" panose="03020402040406030203" pitchFamily="66" charset="-78"/>
            </a:endParaRP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Stakeholders.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Software and hardware requirements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UX Research</a:t>
            </a:r>
            <a:r>
              <a:rPr lang="ar-EG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 &amp; </a:t>
            </a: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Design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Survey Insights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Empathy</a:t>
            </a:r>
            <a:r>
              <a:rPr lang="ar-EG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 </a:t>
            </a: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map 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Persona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Design Identity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INTERFACES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Code Implementation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Gabriola" panose="04040605051002020D02" pitchFamily="82" charset="0"/>
                <a:cs typeface="Urdu Typesetting" panose="03020402040406030203" pitchFamily="66" charset="-78"/>
              </a:rPr>
              <a:t>Project Demo</a:t>
            </a:r>
          </a:p>
        </p:txBody>
      </p:sp>
      <p:pic>
        <p:nvPicPr>
          <p:cNvPr id="33" name="Picture 32" descr="A book with flowers on it&#10;&#10;AI-generated content may be incorrect.">
            <a:extLst>
              <a:ext uri="{FF2B5EF4-FFF2-40B4-BE49-F238E27FC236}">
                <a16:creationId xmlns:a16="http://schemas.microsoft.com/office/drawing/2014/main" id="{54E8E764-5485-071D-B277-0E8F9BA90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123" y="1622869"/>
            <a:ext cx="3107828" cy="294075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054193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Single Corner Rounded 14">
            <a:extLst>
              <a:ext uri="{FF2B5EF4-FFF2-40B4-BE49-F238E27FC236}">
                <a16:creationId xmlns:a16="http://schemas.microsoft.com/office/drawing/2014/main" id="{A79D90F0-AA1F-8889-8EF7-DE1801379B6B}"/>
              </a:ext>
            </a:extLst>
          </p:cNvPr>
          <p:cNvSpPr/>
          <p:nvPr/>
        </p:nvSpPr>
        <p:spPr>
          <a:xfrm>
            <a:off x="692214" y="1107611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dirty="0">
                <a:solidFill>
                  <a:schemeClr val="bg2">
                    <a:lumMod val="50000"/>
                  </a:schemeClr>
                </a:solidFill>
              </a:rPr>
              <a:t>1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1F4142-9E5A-F93E-3B1D-970B29E511BB}"/>
              </a:ext>
            </a:extLst>
          </p:cNvPr>
          <p:cNvSpPr txBox="1"/>
          <p:nvPr/>
        </p:nvSpPr>
        <p:spPr>
          <a:xfrm>
            <a:off x="623292" y="1720214"/>
            <a:ext cx="54917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versatile exchange platform that eases students’ financial challenges while fostering a spirit of collaboration and resource sharing.</a:t>
            </a:r>
          </a:p>
        </p:txBody>
      </p:sp>
      <p:sp>
        <p:nvSpPr>
          <p:cNvPr id="18" name="Rectangle: Single Corner Rounded 17">
            <a:extLst>
              <a:ext uri="{FF2B5EF4-FFF2-40B4-BE49-F238E27FC236}">
                <a16:creationId xmlns:a16="http://schemas.microsoft.com/office/drawing/2014/main" id="{74A97AB5-CEDB-22A5-D86E-952989C593B4}"/>
              </a:ext>
            </a:extLst>
          </p:cNvPr>
          <p:cNvSpPr/>
          <p:nvPr/>
        </p:nvSpPr>
        <p:spPr>
          <a:xfrm>
            <a:off x="6338158" y="2760199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2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0990D2-9DC1-1621-E805-7F3BB140BCC8}"/>
              </a:ext>
            </a:extLst>
          </p:cNvPr>
          <p:cNvSpPr txBox="1"/>
          <p:nvPr/>
        </p:nvSpPr>
        <p:spPr>
          <a:xfrm>
            <a:off x="3533179" y="3472814"/>
            <a:ext cx="54917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Encouraging sustainability by extending the lifecycle of educational resources, cutting costs, and minimizing environmental waste.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2F316B-DDBC-3E18-ED90-C9E4B66FB569}"/>
              </a:ext>
            </a:extLst>
          </p:cNvPr>
          <p:cNvSpPr txBox="1"/>
          <p:nvPr/>
        </p:nvSpPr>
        <p:spPr>
          <a:xfrm>
            <a:off x="2726233" y="383112"/>
            <a:ext cx="36915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idea :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73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800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18" grpId="0" animBg="1"/>
      <p:bldP spid="19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FBDF-2DB9-5C21-46CD-0066AE5DE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76A7B20-B838-FE92-36BD-C4D7BAF21839}"/>
              </a:ext>
            </a:extLst>
          </p:cNvPr>
          <p:cNvSpPr txBox="1"/>
          <p:nvPr/>
        </p:nvSpPr>
        <p:spPr>
          <a:xfrm>
            <a:off x="94655" y="77430"/>
            <a:ext cx="55989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Defining the Challenge: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89E0FE-EB11-23E4-A0D1-3C591F51155E}"/>
              </a:ext>
            </a:extLst>
          </p:cNvPr>
          <p:cNvSpPr txBox="1"/>
          <p:nvPr/>
        </p:nvSpPr>
        <p:spPr>
          <a:xfrm>
            <a:off x="1607534" y="870572"/>
            <a:ext cx="31859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Problem 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DB8249-6B32-4E47-6CBF-A4BA11195868}"/>
              </a:ext>
            </a:extLst>
          </p:cNvPr>
          <p:cNvSpPr txBox="1"/>
          <p:nvPr/>
        </p:nvSpPr>
        <p:spPr>
          <a:xfrm>
            <a:off x="2716805" y="2044817"/>
            <a:ext cx="3301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 Pain Point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4F1F8B-EC8B-CF8C-8AED-C6F028533750}"/>
              </a:ext>
            </a:extLst>
          </p:cNvPr>
          <p:cNvSpPr txBox="1"/>
          <p:nvPr/>
        </p:nvSpPr>
        <p:spPr>
          <a:xfrm>
            <a:off x="4088406" y="3219062"/>
            <a:ext cx="21199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5Ws and H</a:t>
            </a:r>
            <a:endParaRPr lang="en-US" sz="40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" name="Rectangle: Single Corner Rounded 1">
            <a:extLst>
              <a:ext uri="{FF2B5EF4-FFF2-40B4-BE49-F238E27FC236}">
                <a16:creationId xmlns:a16="http://schemas.microsoft.com/office/drawing/2014/main" id="{79153DBC-94B0-72C5-295D-4E0C04BE81FF}"/>
              </a:ext>
            </a:extLst>
          </p:cNvPr>
          <p:cNvSpPr/>
          <p:nvPr/>
        </p:nvSpPr>
        <p:spPr>
          <a:xfrm>
            <a:off x="692214" y="1107611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dirty="0">
                <a:solidFill>
                  <a:schemeClr val="bg2">
                    <a:lumMod val="50000"/>
                  </a:schemeClr>
                </a:solidFill>
              </a:rPr>
              <a:t>1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96159CC7-D316-A074-9C08-AEABA60811E2}"/>
              </a:ext>
            </a:extLst>
          </p:cNvPr>
          <p:cNvSpPr/>
          <p:nvPr/>
        </p:nvSpPr>
        <p:spPr>
          <a:xfrm>
            <a:off x="1801485" y="2280880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2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5FB6A7C6-74DF-7A34-BF1E-521D09BC75CF}"/>
              </a:ext>
            </a:extLst>
          </p:cNvPr>
          <p:cNvSpPr/>
          <p:nvPr/>
        </p:nvSpPr>
        <p:spPr>
          <a:xfrm>
            <a:off x="3232007" y="3456100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3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4E5E0-979F-582A-E942-3449518A947A}"/>
              </a:ext>
            </a:extLst>
          </p:cNvPr>
          <p:cNvSpPr txBox="1"/>
          <p:nvPr/>
        </p:nvSpPr>
        <p:spPr>
          <a:xfrm>
            <a:off x="5649880" y="4196870"/>
            <a:ext cx="28420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Goal Statement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CF6571B4-4BCC-F78E-13BE-EBC10400968A}"/>
              </a:ext>
            </a:extLst>
          </p:cNvPr>
          <p:cNvSpPr/>
          <p:nvPr/>
        </p:nvSpPr>
        <p:spPr>
          <a:xfrm>
            <a:off x="4793482" y="4433908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dirty="0">
                <a:solidFill>
                  <a:schemeClr val="bg2">
                    <a:lumMod val="50000"/>
                  </a:schemeClr>
                </a:solidFill>
              </a:rPr>
              <a:t>4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42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3" grpId="0"/>
      <p:bldP spid="27" grpId="0"/>
      <p:bldP spid="2" grpId="0" animBg="1"/>
      <p:bldP spid="3" grpId="0" animBg="1"/>
      <p:bldP spid="4" grpId="0" animBg="1"/>
      <p:bldP spid="5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4FAD3-DE35-80F2-50F7-9E80AB72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8;p4">
            <a:extLst>
              <a:ext uri="{FF2B5EF4-FFF2-40B4-BE49-F238E27FC236}">
                <a16:creationId xmlns:a16="http://schemas.microsoft.com/office/drawing/2014/main" id="{C78BAA16-EAF7-9B8E-4322-7DCD6D38A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EA0F124-7FA3-91E7-B3D5-CF85BDC87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928" y="2229097"/>
            <a:ext cx="2305098" cy="230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7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28E67EF-FD0A-61C7-501B-FF8B24D37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23" y="822044"/>
            <a:ext cx="8053754" cy="349941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892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4FAD3-DE35-80F2-50F7-9E80AB72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8;p4">
            <a:extLst>
              <a:ext uri="{FF2B5EF4-FFF2-40B4-BE49-F238E27FC236}">
                <a16:creationId xmlns:a16="http://schemas.microsoft.com/office/drawing/2014/main" id="{C78BAA16-EAF7-9B8E-4322-7DCD6D38A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r>
              <a:rPr lang="en-US" dirty="0"/>
              <a:t>Pain Point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4A5B21D-D22C-0BCF-30E8-AA3FF2430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000" y="2036173"/>
            <a:ext cx="2092695" cy="209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3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75F88C-A205-742C-589F-C81467361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493" y="295422"/>
            <a:ext cx="4068714" cy="442155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963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4FAD3-DE35-80F2-50F7-9E80AB72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8;p4">
            <a:extLst>
              <a:ext uri="{FF2B5EF4-FFF2-40B4-BE49-F238E27FC236}">
                <a16:creationId xmlns:a16="http://schemas.microsoft.com/office/drawing/2014/main" id="{C78BAA16-EAF7-9B8E-4322-7DCD6D38A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r>
              <a:rPr lang="en-US" dirty="0"/>
              <a:t>5Ws and H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7FF6D35-E9DE-4E65-01CA-F866CA79E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277" y="1582302"/>
            <a:ext cx="2810901" cy="281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34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969427-ED1C-2057-14F2-2EC6FB8AE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291" y="201336"/>
            <a:ext cx="4314220" cy="471775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474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4FAD3-DE35-80F2-50F7-9E80AB72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8;p4">
            <a:extLst>
              <a:ext uri="{FF2B5EF4-FFF2-40B4-BE49-F238E27FC236}">
                <a16:creationId xmlns:a16="http://schemas.microsoft.com/office/drawing/2014/main" id="{C78BAA16-EAF7-9B8E-4322-7DCD6D38A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r>
              <a:rPr lang="en-US" dirty="0"/>
              <a:t>Goal Statement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F0EFCD2-62AA-9F6C-0D81-C717374D3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678" y="1844918"/>
            <a:ext cx="2569700" cy="256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3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883C2A-1D68-592F-FF72-569FA686E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98" y="457753"/>
            <a:ext cx="7814603" cy="388982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949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5EC40-622C-00B3-7BAE-B85CF84D6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91;p3">
            <a:extLst>
              <a:ext uri="{FF2B5EF4-FFF2-40B4-BE49-F238E27FC236}">
                <a16:creationId xmlns:a16="http://schemas.microsoft.com/office/drawing/2014/main" id="{7CD40469-FFC5-96D3-5222-598D54E243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6034" y="210420"/>
            <a:ext cx="7696200" cy="639388"/>
          </a:xfrm>
        </p:spPr>
        <p:txBody>
          <a:bodyPr/>
          <a:lstStyle/>
          <a:p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Works:</a:t>
            </a:r>
            <a:endParaRPr lang="ar-SA" sz="3600" b="1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70D4D9-C0FA-222D-174F-DE243B20723D}"/>
              </a:ext>
            </a:extLst>
          </p:cNvPr>
          <p:cNvCxnSpPr/>
          <p:nvPr/>
        </p:nvCxnSpPr>
        <p:spPr>
          <a:xfrm flipV="1">
            <a:off x="328939" y="4271126"/>
            <a:ext cx="8379619" cy="100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5AFF62-F9BB-2C9B-0BC4-6CC00716602A}"/>
              </a:ext>
            </a:extLst>
          </p:cNvPr>
          <p:cNvCxnSpPr/>
          <p:nvPr/>
        </p:nvCxnSpPr>
        <p:spPr>
          <a:xfrm>
            <a:off x="5170917" y="1114126"/>
            <a:ext cx="64294" cy="3629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85D7F8-709A-F9BE-51EA-CBFA500735D5}"/>
              </a:ext>
            </a:extLst>
          </p:cNvPr>
          <p:cNvCxnSpPr/>
          <p:nvPr/>
        </p:nvCxnSpPr>
        <p:spPr>
          <a:xfrm>
            <a:off x="6516935" y="1114126"/>
            <a:ext cx="64294" cy="3629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56AE0B-B9BF-85A1-7717-62E7EB362FF6}"/>
              </a:ext>
            </a:extLst>
          </p:cNvPr>
          <p:cNvCxnSpPr/>
          <p:nvPr/>
        </p:nvCxnSpPr>
        <p:spPr>
          <a:xfrm>
            <a:off x="3824899" y="1114126"/>
            <a:ext cx="64294" cy="3629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A4602D-A700-D3BA-952E-863D0788239F}"/>
              </a:ext>
            </a:extLst>
          </p:cNvPr>
          <p:cNvCxnSpPr/>
          <p:nvPr/>
        </p:nvCxnSpPr>
        <p:spPr>
          <a:xfrm>
            <a:off x="2408058" y="1114126"/>
            <a:ext cx="64294" cy="3629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B78079-19AD-062C-CF83-2D0140C39BDB}"/>
              </a:ext>
            </a:extLst>
          </p:cNvPr>
          <p:cNvSpPr txBox="1"/>
          <p:nvPr/>
        </p:nvSpPr>
        <p:spPr>
          <a:xfrm>
            <a:off x="283386" y="1014643"/>
            <a:ext cx="14126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Feature\System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7AA1C8-2FD3-6E2B-F22D-5BA5F11B2729}"/>
              </a:ext>
            </a:extLst>
          </p:cNvPr>
          <p:cNvCxnSpPr/>
          <p:nvPr/>
        </p:nvCxnSpPr>
        <p:spPr>
          <a:xfrm flipV="1">
            <a:off x="314325" y="1650206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A53879-BE45-9C09-6392-C37108775EFE}"/>
              </a:ext>
            </a:extLst>
          </p:cNvPr>
          <p:cNvCxnSpPr/>
          <p:nvPr/>
        </p:nvCxnSpPr>
        <p:spPr>
          <a:xfrm flipV="1">
            <a:off x="296477" y="1957386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A8FEFCD-7A03-A7C3-6B3F-3936C3F5CE6C}"/>
              </a:ext>
            </a:extLst>
          </p:cNvPr>
          <p:cNvCxnSpPr/>
          <p:nvPr/>
        </p:nvCxnSpPr>
        <p:spPr>
          <a:xfrm flipV="1">
            <a:off x="314325" y="2264566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E347BE1-D24C-B62B-30C6-8480C896867F}"/>
              </a:ext>
            </a:extLst>
          </p:cNvPr>
          <p:cNvCxnSpPr/>
          <p:nvPr/>
        </p:nvCxnSpPr>
        <p:spPr>
          <a:xfrm flipV="1">
            <a:off x="314324" y="2524899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307B0B2-6DB3-5078-99C6-9AFB205789AD}"/>
              </a:ext>
            </a:extLst>
          </p:cNvPr>
          <p:cNvCxnSpPr/>
          <p:nvPr/>
        </p:nvCxnSpPr>
        <p:spPr>
          <a:xfrm flipV="1">
            <a:off x="314323" y="2789216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C23624-AA51-D2F9-1CE3-156A906F78CF}"/>
              </a:ext>
            </a:extLst>
          </p:cNvPr>
          <p:cNvCxnSpPr/>
          <p:nvPr/>
        </p:nvCxnSpPr>
        <p:spPr>
          <a:xfrm flipV="1">
            <a:off x="296477" y="3053534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4AA62B8-CFCA-C083-793B-1D5F177E5F94}"/>
              </a:ext>
            </a:extLst>
          </p:cNvPr>
          <p:cNvCxnSpPr/>
          <p:nvPr/>
        </p:nvCxnSpPr>
        <p:spPr>
          <a:xfrm flipV="1">
            <a:off x="314323" y="3356729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7F19C55-4959-8F51-E980-6A4CB06F9915}"/>
              </a:ext>
            </a:extLst>
          </p:cNvPr>
          <p:cNvCxnSpPr/>
          <p:nvPr/>
        </p:nvCxnSpPr>
        <p:spPr>
          <a:xfrm flipV="1">
            <a:off x="314323" y="3663909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A29427-DD91-5C31-FE05-E97A49096EDC}"/>
              </a:ext>
            </a:extLst>
          </p:cNvPr>
          <p:cNvCxnSpPr/>
          <p:nvPr/>
        </p:nvCxnSpPr>
        <p:spPr>
          <a:xfrm flipV="1">
            <a:off x="314323" y="3971089"/>
            <a:ext cx="8379619" cy="85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E1683C8-C7D9-7DC0-1BB0-E0A47C3114F8}"/>
              </a:ext>
            </a:extLst>
          </p:cNvPr>
          <p:cNvSpPr txBox="1"/>
          <p:nvPr/>
        </p:nvSpPr>
        <p:spPr>
          <a:xfrm>
            <a:off x="283386" y="1664164"/>
            <a:ext cx="14126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Book Exchange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246AEE-A2DE-82ED-19CE-D2F47DB535CA}"/>
              </a:ext>
            </a:extLst>
          </p:cNvPr>
          <p:cNvSpPr txBox="1"/>
          <p:nvPr/>
        </p:nvSpPr>
        <p:spPr>
          <a:xfrm>
            <a:off x="302450" y="1957712"/>
            <a:ext cx="17097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Study Tool Sharing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024EC2-F5D6-49EC-71D7-8E4CAA799F16}"/>
              </a:ext>
            </a:extLst>
          </p:cNvPr>
          <p:cNvSpPr txBox="1"/>
          <p:nvPr/>
        </p:nvSpPr>
        <p:spPr>
          <a:xfrm>
            <a:off x="311057" y="2245101"/>
            <a:ext cx="1774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AI Chatbot Support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35C352-FD07-D114-79F9-5A9F36749DD9}"/>
              </a:ext>
            </a:extLst>
          </p:cNvPr>
          <p:cNvSpPr txBox="1"/>
          <p:nvPr/>
        </p:nvSpPr>
        <p:spPr>
          <a:xfrm>
            <a:off x="311058" y="2503437"/>
            <a:ext cx="1774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Student Community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CE0178-C950-DA9A-C41A-10B31C9C2182}"/>
              </a:ext>
            </a:extLst>
          </p:cNvPr>
          <p:cNvSpPr txBox="1"/>
          <p:nvPr/>
        </p:nvSpPr>
        <p:spPr>
          <a:xfrm>
            <a:off x="283386" y="2738704"/>
            <a:ext cx="1902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Organized Categories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372EA5-2E2C-3E5C-C1B0-11DCF02F762B}"/>
              </a:ext>
            </a:extLst>
          </p:cNvPr>
          <p:cNvSpPr txBox="1"/>
          <p:nvPr/>
        </p:nvSpPr>
        <p:spPr>
          <a:xfrm>
            <a:off x="355702" y="3981811"/>
            <a:ext cx="14126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Free Access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74B80B-87E4-FE66-B7DB-10B5A50CDC5E}"/>
              </a:ext>
            </a:extLst>
          </p:cNvPr>
          <p:cNvSpPr txBox="1"/>
          <p:nvPr/>
        </p:nvSpPr>
        <p:spPr>
          <a:xfrm>
            <a:off x="328609" y="3356667"/>
            <a:ext cx="2285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Student Focused Platform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EAA6B0-686D-8EF2-D56F-4C4F5AA7A1F2}"/>
              </a:ext>
            </a:extLst>
          </p:cNvPr>
          <p:cNvSpPr txBox="1"/>
          <p:nvPr/>
        </p:nvSpPr>
        <p:spPr>
          <a:xfrm>
            <a:off x="328939" y="3684029"/>
            <a:ext cx="211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Easy Resource Discovery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6FC1D2-D397-9980-4A16-492309DB518A}"/>
              </a:ext>
            </a:extLst>
          </p:cNvPr>
          <p:cNvSpPr txBox="1"/>
          <p:nvPr/>
        </p:nvSpPr>
        <p:spPr>
          <a:xfrm>
            <a:off x="311058" y="3049487"/>
            <a:ext cx="2114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Field Based Classification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2BF1BF-BB12-7A3D-1C58-C8D334AA763D}"/>
              </a:ext>
            </a:extLst>
          </p:cNvPr>
          <p:cNvSpPr txBox="1"/>
          <p:nvPr/>
        </p:nvSpPr>
        <p:spPr>
          <a:xfrm>
            <a:off x="2777177" y="964317"/>
            <a:ext cx="974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Chegg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5A3156-A80B-51F9-4A75-2D3D362CD578}"/>
              </a:ext>
            </a:extLst>
          </p:cNvPr>
          <p:cNvSpPr txBox="1"/>
          <p:nvPr/>
        </p:nvSpPr>
        <p:spPr>
          <a:xfrm>
            <a:off x="3824899" y="952496"/>
            <a:ext cx="1412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Facebook Student Groups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1C1A25-F1DA-47A6-91AF-F3C1E364AA9A}"/>
              </a:ext>
            </a:extLst>
          </p:cNvPr>
          <p:cNvSpPr txBox="1"/>
          <p:nvPr/>
        </p:nvSpPr>
        <p:spPr>
          <a:xfrm>
            <a:off x="5168553" y="970532"/>
            <a:ext cx="1412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Book Exchange Websites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AE368A-9120-2FA2-4E04-8A03FB4D4486}"/>
              </a:ext>
            </a:extLst>
          </p:cNvPr>
          <p:cNvSpPr txBox="1"/>
          <p:nvPr/>
        </p:nvSpPr>
        <p:spPr>
          <a:xfrm>
            <a:off x="6684836" y="946181"/>
            <a:ext cx="9446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EduHub</a:t>
            </a:r>
          </a:p>
        </p:txBody>
      </p:sp>
      <p:pic>
        <p:nvPicPr>
          <p:cNvPr id="77" name="Graphic 76" descr="Badge Cross with solid fill">
            <a:extLst>
              <a:ext uri="{FF2B5EF4-FFF2-40B4-BE49-F238E27FC236}">
                <a16:creationId xmlns:a16="http://schemas.microsoft.com/office/drawing/2014/main" id="{5F6D0B47-2681-9B38-FE53-3456DB351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8373" y="1735931"/>
            <a:ext cx="282816" cy="282816"/>
          </a:xfrm>
          <a:prstGeom prst="rect">
            <a:avLst/>
          </a:prstGeom>
        </p:spPr>
      </p:pic>
      <p:pic>
        <p:nvPicPr>
          <p:cNvPr id="79" name="Graphic 78" descr="Badge Tick1 with solid fill">
            <a:extLst>
              <a:ext uri="{FF2B5EF4-FFF2-40B4-BE49-F238E27FC236}">
                <a16:creationId xmlns:a16="http://schemas.microsoft.com/office/drawing/2014/main" id="{8C6751F3-4470-058A-5257-3CBB384EEA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0744" y="2577411"/>
            <a:ext cx="279174" cy="279174"/>
          </a:xfrm>
          <a:prstGeom prst="rect">
            <a:avLst/>
          </a:prstGeom>
        </p:spPr>
      </p:pic>
      <p:pic>
        <p:nvPicPr>
          <p:cNvPr id="80" name="Graphic 79" descr="Badge Tick1 with solid fill">
            <a:extLst>
              <a:ext uri="{FF2B5EF4-FFF2-40B4-BE49-F238E27FC236}">
                <a16:creationId xmlns:a16="http://schemas.microsoft.com/office/drawing/2014/main" id="{CF0BFC02-9401-8D3F-14F1-D23F2A13D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2697" y="1698201"/>
            <a:ext cx="279174" cy="279174"/>
          </a:xfrm>
          <a:prstGeom prst="rect">
            <a:avLst/>
          </a:prstGeom>
        </p:spPr>
      </p:pic>
      <p:pic>
        <p:nvPicPr>
          <p:cNvPr id="81" name="Graphic 80" descr="Badge Tick1 with solid fill">
            <a:extLst>
              <a:ext uri="{FF2B5EF4-FFF2-40B4-BE49-F238E27FC236}">
                <a16:creationId xmlns:a16="http://schemas.microsoft.com/office/drawing/2014/main" id="{A2F24627-FB35-7A85-B9F4-3938B87B6C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8318" y="2581765"/>
            <a:ext cx="279174" cy="279174"/>
          </a:xfrm>
          <a:prstGeom prst="rect">
            <a:avLst/>
          </a:prstGeom>
        </p:spPr>
      </p:pic>
      <p:pic>
        <p:nvPicPr>
          <p:cNvPr id="82" name="Graphic 81" descr="Badge Tick1 with solid fill">
            <a:extLst>
              <a:ext uri="{FF2B5EF4-FFF2-40B4-BE49-F238E27FC236}">
                <a16:creationId xmlns:a16="http://schemas.microsoft.com/office/drawing/2014/main" id="{6E4D65EB-A4A7-184E-4071-E2B91E8298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1433" y="1724574"/>
            <a:ext cx="279174" cy="279174"/>
          </a:xfrm>
          <a:prstGeom prst="rect">
            <a:avLst/>
          </a:prstGeom>
        </p:spPr>
      </p:pic>
      <p:pic>
        <p:nvPicPr>
          <p:cNvPr id="83" name="Graphic 82" descr="Badge Tick1 with solid fill">
            <a:extLst>
              <a:ext uri="{FF2B5EF4-FFF2-40B4-BE49-F238E27FC236}">
                <a16:creationId xmlns:a16="http://schemas.microsoft.com/office/drawing/2014/main" id="{FA313087-7BDB-277C-7829-DA07D24A8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18203" y="2852942"/>
            <a:ext cx="279174" cy="279174"/>
          </a:xfrm>
          <a:prstGeom prst="rect">
            <a:avLst/>
          </a:prstGeom>
        </p:spPr>
      </p:pic>
      <p:pic>
        <p:nvPicPr>
          <p:cNvPr id="84" name="Graphic 83" descr="Badge Tick1 with solid fill">
            <a:extLst>
              <a:ext uri="{FF2B5EF4-FFF2-40B4-BE49-F238E27FC236}">
                <a16:creationId xmlns:a16="http://schemas.microsoft.com/office/drawing/2014/main" id="{16A16878-03C5-5240-15A2-57030E6F2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11100" y="3132901"/>
            <a:ext cx="279174" cy="279174"/>
          </a:xfrm>
          <a:prstGeom prst="rect">
            <a:avLst/>
          </a:prstGeom>
        </p:spPr>
      </p:pic>
      <p:pic>
        <p:nvPicPr>
          <p:cNvPr id="85" name="Graphic 84" descr="Badge Tick1 with solid fill">
            <a:extLst>
              <a:ext uri="{FF2B5EF4-FFF2-40B4-BE49-F238E27FC236}">
                <a16:creationId xmlns:a16="http://schemas.microsoft.com/office/drawing/2014/main" id="{352C9A17-B140-9392-EB30-449BA99B58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20463" y="3720489"/>
            <a:ext cx="279174" cy="279174"/>
          </a:xfrm>
          <a:prstGeom prst="rect">
            <a:avLst/>
          </a:prstGeom>
        </p:spPr>
      </p:pic>
      <p:pic>
        <p:nvPicPr>
          <p:cNvPr id="86" name="Graphic 85" descr="Badge Tick1 with solid fill">
            <a:extLst>
              <a:ext uri="{FF2B5EF4-FFF2-40B4-BE49-F238E27FC236}">
                <a16:creationId xmlns:a16="http://schemas.microsoft.com/office/drawing/2014/main" id="{451FE32E-C726-8807-32C4-C7820C81DE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8318" y="4056814"/>
            <a:ext cx="279174" cy="279174"/>
          </a:xfrm>
          <a:prstGeom prst="rect">
            <a:avLst/>
          </a:prstGeom>
        </p:spPr>
      </p:pic>
      <p:pic>
        <p:nvPicPr>
          <p:cNvPr id="87" name="Graphic 86" descr="Badge Tick1 with solid fill">
            <a:extLst>
              <a:ext uri="{FF2B5EF4-FFF2-40B4-BE49-F238E27FC236}">
                <a16:creationId xmlns:a16="http://schemas.microsoft.com/office/drawing/2014/main" id="{D19C1A2B-D03A-071C-95DC-D88CC728F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7593" y="1670121"/>
            <a:ext cx="279174" cy="279174"/>
          </a:xfrm>
          <a:prstGeom prst="rect">
            <a:avLst/>
          </a:prstGeom>
        </p:spPr>
      </p:pic>
      <p:pic>
        <p:nvPicPr>
          <p:cNvPr id="88" name="Graphic 87" descr="Badge Tick1 with solid fill">
            <a:extLst>
              <a:ext uri="{FF2B5EF4-FFF2-40B4-BE49-F238E27FC236}">
                <a16:creationId xmlns:a16="http://schemas.microsoft.com/office/drawing/2014/main" id="{1FB0629E-E8FD-A4CE-B9BF-DC6417220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5946" y="1971615"/>
            <a:ext cx="279174" cy="279174"/>
          </a:xfrm>
          <a:prstGeom prst="rect">
            <a:avLst/>
          </a:prstGeom>
        </p:spPr>
      </p:pic>
      <p:pic>
        <p:nvPicPr>
          <p:cNvPr id="89" name="Graphic 88" descr="Badge Tick1 with solid fill">
            <a:extLst>
              <a:ext uri="{FF2B5EF4-FFF2-40B4-BE49-F238E27FC236}">
                <a16:creationId xmlns:a16="http://schemas.microsoft.com/office/drawing/2014/main" id="{07E09D12-3244-DA85-5AA9-51551920F3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6090" y="2277839"/>
            <a:ext cx="279174" cy="279174"/>
          </a:xfrm>
          <a:prstGeom prst="rect">
            <a:avLst/>
          </a:prstGeom>
        </p:spPr>
      </p:pic>
      <p:pic>
        <p:nvPicPr>
          <p:cNvPr id="90" name="Graphic 89" descr="Badge Tick1 with solid fill">
            <a:extLst>
              <a:ext uri="{FF2B5EF4-FFF2-40B4-BE49-F238E27FC236}">
                <a16:creationId xmlns:a16="http://schemas.microsoft.com/office/drawing/2014/main" id="{87371CFC-7E6F-18A0-7B64-AC23F9A0E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9196" y="2546644"/>
            <a:ext cx="279174" cy="279174"/>
          </a:xfrm>
          <a:prstGeom prst="rect">
            <a:avLst/>
          </a:prstGeom>
        </p:spPr>
      </p:pic>
      <p:pic>
        <p:nvPicPr>
          <p:cNvPr id="91" name="Graphic 90" descr="Badge Tick1 with solid fill">
            <a:extLst>
              <a:ext uri="{FF2B5EF4-FFF2-40B4-BE49-F238E27FC236}">
                <a16:creationId xmlns:a16="http://schemas.microsoft.com/office/drawing/2014/main" id="{3D7B2307-279B-CAB5-E81D-F5D304406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6293" y="2799331"/>
            <a:ext cx="279174" cy="279174"/>
          </a:xfrm>
          <a:prstGeom prst="rect">
            <a:avLst/>
          </a:prstGeom>
        </p:spPr>
      </p:pic>
      <p:pic>
        <p:nvPicPr>
          <p:cNvPr id="92" name="Graphic 91" descr="Badge Tick1 with solid fill">
            <a:extLst>
              <a:ext uri="{FF2B5EF4-FFF2-40B4-BE49-F238E27FC236}">
                <a16:creationId xmlns:a16="http://schemas.microsoft.com/office/drawing/2014/main" id="{8D6065C7-5F32-916A-ADC3-3D0F14743D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3396" y="3073148"/>
            <a:ext cx="279174" cy="279174"/>
          </a:xfrm>
          <a:prstGeom prst="rect">
            <a:avLst/>
          </a:prstGeom>
        </p:spPr>
      </p:pic>
      <p:pic>
        <p:nvPicPr>
          <p:cNvPr id="93" name="Graphic 92" descr="Badge Tick1 with solid fill">
            <a:extLst>
              <a:ext uri="{FF2B5EF4-FFF2-40B4-BE49-F238E27FC236}">
                <a16:creationId xmlns:a16="http://schemas.microsoft.com/office/drawing/2014/main" id="{DCFD9FE9-D4DB-4571-0CB2-D957B25DFA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0873" y="3372184"/>
            <a:ext cx="279174" cy="279174"/>
          </a:xfrm>
          <a:prstGeom prst="rect">
            <a:avLst/>
          </a:prstGeom>
        </p:spPr>
      </p:pic>
      <p:pic>
        <p:nvPicPr>
          <p:cNvPr id="94" name="Graphic 93" descr="Badge Tick1 with solid fill">
            <a:extLst>
              <a:ext uri="{FF2B5EF4-FFF2-40B4-BE49-F238E27FC236}">
                <a16:creationId xmlns:a16="http://schemas.microsoft.com/office/drawing/2014/main" id="{E4394D8A-2733-D3AD-17B2-FB9C8DF7A1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0873" y="3694523"/>
            <a:ext cx="279174" cy="279174"/>
          </a:xfrm>
          <a:prstGeom prst="rect">
            <a:avLst/>
          </a:prstGeom>
        </p:spPr>
      </p:pic>
      <p:pic>
        <p:nvPicPr>
          <p:cNvPr id="95" name="Graphic 94" descr="Badge Tick1 with solid fill">
            <a:extLst>
              <a:ext uri="{FF2B5EF4-FFF2-40B4-BE49-F238E27FC236}">
                <a16:creationId xmlns:a16="http://schemas.microsoft.com/office/drawing/2014/main" id="{D69D594E-3769-25D4-8F0D-1159437C63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7400" y="3984748"/>
            <a:ext cx="279174" cy="279174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80EA29F2-D97F-2E28-99AF-2EF1382E3AA4}"/>
              </a:ext>
            </a:extLst>
          </p:cNvPr>
          <p:cNvSpPr txBox="1"/>
          <p:nvPr/>
        </p:nvSpPr>
        <p:spPr>
          <a:xfrm>
            <a:off x="4078817" y="1945041"/>
            <a:ext cx="974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Limited </a:t>
            </a:r>
          </a:p>
        </p:txBody>
      </p:sp>
      <p:pic>
        <p:nvPicPr>
          <p:cNvPr id="97" name="Graphic 96" descr="Badge Cross with solid fill">
            <a:extLst>
              <a:ext uri="{FF2B5EF4-FFF2-40B4-BE49-F238E27FC236}">
                <a16:creationId xmlns:a16="http://schemas.microsoft.com/office/drawing/2014/main" id="{BD5B3EF8-817A-9B85-DA42-A01349A57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7102" y="2029936"/>
            <a:ext cx="282816" cy="282816"/>
          </a:xfrm>
          <a:prstGeom prst="rect">
            <a:avLst/>
          </a:prstGeom>
        </p:spPr>
      </p:pic>
      <p:pic>
        <p:nvPicPr>
          <p:cNvPr id="98" name="Graphic 97" descr="Badge Cross with solid fill">
            <a:extLst>
              <a:ext uri="{FF2B5EF4-FFF2-40B4-BE49-F238E27FC236}">
                <a16:creationId xmlns:a16="http://schemas.microsoft.com/office/drawing/2014/main" id="{83ED08FB-000E-A2FD-A0C3-DFEC41734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7102" y="2307428"/>
            <a:ext cx="282816" cy="282816"/>
          </a:xfrm>
          <a:prstGeom prst="rect">
            <a:avLst/>
          </a:prstGeom>
        </p:spPr>
      </p:pic>
      <p:pic>
        <p:nvPicPr>
          <p:cNvPr id="99" name="Graphic 98" descr="Badge Cross with solid fill">
            <a:extLst>
              <a:ext uri="{FF2B5EF4-FFF2-40B4-BE49-F238E27FC236}">
                <a16:creationId xmlns:a16="http://schemas.microsoft.com/office/drawing/2014/main" id="{C8C3110B-BA6E-2D35-69C4-B9D851D82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2393" y="4056873"/>
            <a:ext cx="282816" cy="282816"/>
          </a:xfrm>
          <a:prstGeom prst="rect">
            <a:avLst/>
          </a:prstGeom>
        </p:spPr>
      </p:pic>
      <p:pic>
        <p:nvPicPr>
          <p:cNvPr id="100" name="Graphic 99" descr="Badge Cross with solid fill">
            <a:extLst>
              <a:ext uri="{FF2B5EF4-FFF2-40B4-BE49-F238E27FC236}">
                <a16:creationId xmlns:a16="http://schemas.microsoft.com/office/drawing/2014/main" id="{79DE6373-13CB-0C49-8C0A-3913F8156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4079" y="3430105"/>
            <a:ext cx="282816" cy="282816"/>
          </a:xfrm>
          <a:prstGeom prst="rect">
            <a:avLst/>
          </a:prstGeom>
        </p:spPr>
      </p:pic>
      <p:pic>
        <p:nvPicPr>
          <p:cNvPr id="101" name="Graphic 100" descr="Badge Cross with solid fill">
            <a:extLst>
              <a:ext uri="{FF2B5EF4-FFF2-40B4-BE49-F238E27FC236}">
                <a16:creationId xmlns:a16="http://schemas.microsoft.com/office/drawing/2014/main" id="{EB825F78-C4AC-3565-7316-8E42AAF6F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7001" y="2300576"/>
            <a:ext cx="282816" cy="282816"/>
          </a:xfrm>
          <a:prstGeom prst="rect">
            <a:avLst/>
          </a:prstGeom>
        </p:spPr>
      </p:pic>
      <p:pic>
        <p:nvPicPr>
          <p:cNvPr id="102" name="Graphic 101" descr="Badge Cross with solid fill">
            <a:extLst>
              <a:ext uri="{FF2B5EF4-FFF2-40B4-BE49-F238E27FC236}">
                <a16:creationId xmlns:a16="http://schemas.microsoft.com/office/drawing/2014/main" id="{9F3BB742-8AAC-1395-4D45-7041CB7DD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2794" y="2848468"/>
            <a:ext cx="282816" cy="282816"/>
          </a:xfrm>
          <a:prstGeom prst="rect">
            <a:avLst/>
          </a:prstGeom>
        </p:spPr>
      </p:pic>
      <p:pic>
        <p:nvPicPr>
          <p:cNvPr id="103" name="Graphic 102" descr="Badge Cross with solid fill">
            <a:extLst>
              <a:ext uri="{FF2B5EF4-FFF2-40B4-BE49-F238E27FC236}">
                <a16:creationId xmlns:a16="http://schemas.microsoft.com/office/drawing/2014/main" id="{33EC23BF-FAAB-BECA-D31A-C7FD0F799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0507" y="3140076"/>
            <a:ext cx="282816" cy="282816"/>
          </a:xfrm>
          <a:prstGeom prst="rect">
            <a:avLst/>
          </a:prstGeom>
        </p:spPr>
      </p:pic>
      <p:pic>
        <p:nvPicPr>
          <p:cNvPr id="104" name="Graphic 103" descr="Badge Cross with solid fill">
            <a:extLst>
              <a:ext uri="{FF2B5EF4-FFF2-40B4-BE49-F238E27FC236}">
                <a16:creationId xmlns:a16="http://schemas.microsoft.com/office/drawing/2014/main" id="{5FFF7E54-C164-D230-0435-33277C989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8326" y="3444855"/>
            <a:ext cx="282816" cy="282816"/>
          </a:xfrm>
          <a:prstGeom prst="rect">
            <a:avLst/>
          </a:prstGeom>
        </p:spPr>
      </p:pic>
      <p:pic>
        <p:nvPicPr>
          <p:cNvPr id="106" name="Graphic 105" descr="Badge Cross with solid fill">
            <a:extLst>
              <a:ext uri="{FF2B5EF4-FFF2-40B4-BE49-F238E27FC236}">
                <a16:creationId xmlns:a16="http://schemas.microsoft.com/office/drawing/2014/main" id="{36FA116A-3BA4-95DE-07F3-5531BE4A5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6899" y="3743418"/>
            <a:ext cx="282816" cy="282816"/>
          </a:xfrm>
          <a:prstGeom prst="rect">
            <a:avLst/>
          </a:prstGeom>
        </p:spPr>
      </p:pic>
      <p:pic>
        <p:nvPicPr>
          <p:cNvPr id="107" name="Graphic 106" descr="Badge Cross with solid fill">
            <a:extLst>
              <a:ext uri="{FF2B5EF4-FFF2-40B4-BE49-F238E27FC236}">
                <a16:creationId xmlns:a16="http://schemas.microsoft.com/office/drawing/2014/main" id="{F19BDB2A-16E1-77EF-7F10-EBC33CCDF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9055" y="2009405"/>
            <a:ext cx="282816" cy="282816"/>
          </a:xfrm>
          <a:prstGeom prst="rect">
            <a:avLst/>
          </a:prstGeom>
        </p:spPr>
      </p:pic>
      <p:pic>
        <p:nvPicPr>
          <p:cNvPr id="108" name="Graphic 107" descr="Badge Cross with solid fill">
            <a:extLst>
              <a:ext uri="{FF2B5EF4-FFF2-40B4-BE49-F238E27FC236}">
                <a16:creationId xmlns:a16="http://schemas.microsoft.com/office/drawing/2014/main" id="{28285916-AAA7-98BE-7292-AA6FB24BE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1952" y="2295823"/>
            <a:ext cx="282816" cy="282816"/>
          </a:xfrm>
          <a:prstGeom prst="rect">
            <a:avLst/>
          </a:prstGeom>
        </p:spPr>
      </p:pic>
      <p:pic>
        <p:nvPicPr>
          <p:cNvPr id="109" name="Graphic 108" descr="Badge Cross with solid fill">
            <a:extLst>
              <a:ext uri="{FF2B5EF4-FFF2-40B4-BE49-F238E27FC236}">
                <a16:creationId xmlns:a16="http://schemas.microsoft.com/office/drawing/2014/main" id="{4D898E93-4AC2-D139-7FFA-7892AC32B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5847" y="2555577"/>
            <a:ext cx="282816" cy="282816"/>
          </a:xfrm>
          <a:prstGeom prst="rect">
            <a:avLst/>
          </a:prstGeom>
        </p:spPr>
      </p:pic>
      <p:pic>
        <p:nvPicPr>
          <p:cNvPr id="110" name="Graphic 109" descr="Badge Cross with solid fill">
            <a:extLst>
              <a:ext uri="{FF2B5EF4-FFF2-40B4-BE49-F238E27FC236}">
                <a16:creationId xmlns:a16="http://schemas.microsoft.com/office/drawing/2014/main" id="{0DBF66B5-E5CA-D54D-F471-92539F274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9258" y="3085205"/>
            <a:ext cx="282816" cy="282816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78987AED-D9C4-16D6-F4FD-93EB8BDB78CA}"/>
              </a:ext>
            </a:extLst>
          </p:cNvPr>
          <p:cNvSpPr txBox="1"/>
          <p:nvPr/>
        </p:nvSpPr>
        <p:spPr>
          <a:xfrm>
            <a:off x="5497427" y="2732006"/>
            <a:ext cx="974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Limited </a:t>
            </a:r>
          </a:p>
        </p:txBody>
      </p:sp>
      <p:pic>
        <p:nvPicPr>
          <p:cNvPr id="112" name="Graphic 111" descr="Badge Cross with solid fill">
            <a:extLst>
              <a:ext uri="{FF2B5EF4-FFF2-40B4-BE49-F238E27FC236}">
                <a16:creationId xmlns:a16="http://schemas.microsoft.com/office/drawing/2014/main" id="{653DADD2-29A4-27A1-95A0-D65EA1A74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9402" y="3396433"/>
            <a:ext cx="282816" cy="282816"/>
          </a:xfrm>
          <a:prstGeom prst="rect">
            <a:avLst/>
          </a:prstGeom>
        </p:spPr>
      </p:pic>
      <p:pic>
        <p:nvPicPr>
          <p:cNvPr id="114" name="Graphic 113" descr="Badge Cross with solid fill">
            <a:extLst>
              <a:ext uri="{FF2B5EF4-FFF2-40B4-BE49-F238E27FC236}">
                <a16:creationId xmlns:a16="http://schemas.microsoft.com/office/drawing/2014/main" id="{4DD64853-DB8B-7BA0-B645-8B7D7028E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06978" y="4019281"/>
            <a:ext cx="282816" cy="282816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5F01D1B8-68CE-D24B-4A67-3F4596498025}"/>
              </a:ext>
            </a:extLst>
          </p:cNvPr>
          <p:cNvSpPr txBox="1"/>
          <p:nvPr/>
        </p:nvSpPr>
        <p:spPr>
          <a:xfrm>
            <a:off x="5574547" y="3613841"/>
            <a:ext cx="974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solidFill>
                  <a:srgbClr val="1C343C"/>
                </a:solidFill>
                <a:latin typeface="Gabriola" panose="04040605051002020D02" pitchFamily="82" charset="0"/>
              </a:rPr>
              <a:t>Limited </a:t>
            </a:r>
          </a:p>
        </p:txBody>
      </p:sp>
    </p:spTree>
    <p:extLst>
      <p:ext uri="{BB962C8B-B14F-4D97-AF65-F5344CB8AC3E}">
        <p14:creationId xmlns:p14="http://schemas.microsoft.com/office/powerpoint/2010/main" val="131402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4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9" grpId="0"/>
      <p:bldP spid="50" grpId="0"/>
      <p:bldP spid="51" grpId="0"/>
      <p:bldP spid="52" grpId="0"/>
      <p:bldP spid="96" grpId="0"/>
      <p:bldP spid="111" grpId="0"/>
      <p:bldP spid="1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AA39A6F-BA85-163C-3809-04C5E7C9E727}"/>
              </a:ext>
            </a:extLst>
          </p:cNvPr>
          <p:cNvSpPr txBox="1"/>
          <p:nvPr/>
        </p:nvSpPr>
        <p:spPr>
          <a:xfrm>
            <a:off x="217884" y="214015"/>
            <a:ext cx="47791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Stakeholders: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C44491-AEFE-A2F9-0B92-AFE42FB0E6E2}"/>
              </a:ext>
            </a:extLst>
          </p:cNvPr>
          <p:cNvSpPr txBox="1"/>
          <p:nvPr/>
        </p:nvSpPr>
        <p:spPr>
          <a:xfrm>
            <a:off x="1153716" y="1164134"/>
            <a:ext cx="1239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Students</a:t>
            </a:r>
          </a:p>
        </p:txBody>
      </p:sp>
      <p:pic>
        <p:nvPicPr>
          <p:cNvPr id="10" name="Picture 9" descr="A group of people jumping in the air&#10;&#10;AI-generated content may be incorrect.">
            <a:extLst>
              <a:ext uri="{FF2B5EF4-FFF2-40B4-BE49-F238E27FC236}">
                <a16:creationId xmlns:a16="http://schemas.microsoft.com/office/drawing/2014/main" id="{E1505B0A-29ED-F6F6-39A0-6A897FE08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68" y="1047481"/>
            <a:ext cx="838470" cy="8384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EE3A9E-81E3-39AE-CC03-DAC8BC834499}"/>
              </a:ext>
            </a:extLst>
          </p:cNvPr>
          <p:cNvSpPr txBox="1"/>
          <p:nvPr/>
        </p:nvSpPr>
        <p:spPr>
          <a:xfrm>
            <a:off x="2260997" y="2232630"/>
            <a:ext cx="14180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Developers</a:t>
            </a:r>
          </a:p>
        </p:txBody>
      </p:sp>
      <p:pic>
        <p:nvPicPr>
          <p:cNvPr id="14" name="Picture 13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EBB9A2B6-DCCA-A191-4883-C8B2FFBF1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39" y="1592757"/>
            <a:ext cx="1501617" cy="1501617"/>
          </a:xfrm>
          <a:prstGeom prst="rect">
            <a:avLst/>
          </a:prstGeom>
        </p:spPr>
      </p:pic>
      <p:pic>
        <p:nvPicPr>
          <p:cNvPr id="16" name="Picture 15" descr="A person and person with a phone&#10;&#10;AI-generated content may be incorrect.">
            <a:extLst>
              <a:ext uri="{FF2B5EF4-FFF2-40B4-BE49-F238E27FC236}">
                <a16:creationId xmlns:a16="http://schemas.microsoft.com/office/drawing/2014/main" id="{E4969AA2-C211-9F16-D21F-EFE9E6A63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638" y="2999616"/>
            <a:ext cx="1100898" cy="110089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E012369-4D32-B64F-F9D3-A7A0D0A61916}"/>
              </a:ext>
            </a:extLst>
          </p:cNvPr>
          <p:cNvSpPr txBox="1"/>
          <p:nvPr/>
        </p:nvSpPr>
        <p:spPr>
          <a:xfrm>
            <a:off x="3536536" y="3288455"/>
            <a:ext cx="4779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Community</a:t>
            </a:r>
          </a:p>
        </p:txBody>
      </p:sp>
    </p:spTree>
    <p:extLst>
      <p:ext uri="{BB962C8B-B14F-4D97-AF65-F5344CB8AC3E}">
        <p14:creationId xmlns:p14="http://schemas.microsoft.com/office/powerpoint/2010/main" val="187677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1969-595F-EE7B-41A8-536EB91B6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440FB45-F8A8-FC54-E4F8-9D66559D0489}"/>
              </a:ext>
            </a:extLst>
          </p:cNvPr>
          <p:cNvSpPr txBox="1"/>
          <p:nvPr/>
        </p:nvSpPr>
        <p:spPr>
          <a:xfrm>
            <a:off x="94655" y="77430"/>
            <a:ext cx="55989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Requirement: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F8F03-A7F9-4C12-4AFC-DB3568A6D457}"/>
              </a:ext>
            </a:extLst>
          </p:cNvPr>
          <p:cNvSpPr txBox="1"/>
          <p:nvPr/>
        </p:nvSpPr>
        <p:spPr>
          <a:xfrm>
            <a:off x="1065967" y="2070583"/>
            <a:ext cx="569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PC</a:t>
            </a:r>
          </a:p>
        </p:txBody>
      </p:sp>
      <p:pic>
        <p:nvPicPr>
          <p:cNvPr id="5" name="Picture 4" descr="A computer monitor and keyboard&#10;&#10;AI-generated content may be incorrect.">
            <a:extLst>
              <a:ext uri="{FF2B5EF4-FFF2-40B4-BE49-F238E27FC236}">
                <a16:creationId xmlns:a16="http://schemas.microsoft.com/office/drawing/2014/main" id="{2ACC6884-5D74-B536-6731-7F4D5AFFD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11" y="1073018"/>
            <a:ext cx="926427" cy="9264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D1B0EF-3E4A-F3BE-3016-40522661AA03}"/>
              </a:ext>
            </a:extLst>
          </p:cNvPr>
          <p:cNvSpPr txBox="1"/>
          <p:nvPr/>
        </p:nvSpPr>
        <p:spPr>
          <a:xfrm>
            <a:off x="3418938" y="4083197"/>
            <a:ext cx="13483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Internet</a:t>
            </a:r>
          </a:p>
        </p:txBody>
      </p:sp>
      <p:pic>
        <p:nvPicPr>
          <p:cNvPr id="9" name="Picture 8" descr="A computer and laptops connected to each other&#10;&#10;AI-generated content may be incorrect.">
            <a:extLst>
              <a:ext uri="{FF2B5EF4-FFF2-40B4-BE49-F238E27FC236}">
                <a16:creationId xmlns:a16="http://schemas.microsoft.com/office/drawing/2014/main" id="{4D1DBC54-E8CB-E2E1-A6DC-A4BE32596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342" y="2838981"/>
            <a:ext cx="1316138" cy="12442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F11C15-5BBE-4FB0-C69B-4C17472A82B4}"/>
              </a:ext>
            </a:extLst>
          </p:cNvPr>
          <p:cNvSpPr txBox="1"/>
          <p:nvPr/>
        </p:nvSpPr>
        <p:spPr>
          <a:xfrm>
            <a:off x="6109692" y="2048530"/>
            <a:ext cx="1105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Phone</a:t>
            </a:r>
          </a:p>
        </p:txBody>
      </p:sp>
      <p:pic>
        <p:nvPicPr>
          <p:cNvPr id="13" name="Picture 12" descr="A phone with a lock screen&#10;&#10;AI-generated content may be incorrect.">
            <a:extLst>
              <a:ext uri="{FF2B5EF4-FFF2-40B4-BE49-F238E27FC236}">
                <a16:creationId xmlns:a16="http://schemas.microsoft.com/office/drawing/2014/main" id="{D40A1ECB-3C61-9903-49B7-D90D98266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7281" y="980150"/>
            <a:ext cx="1210865" cy="121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0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" grpId="0"/>
      <p:bldP spid="7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B3E4271-E9D2-3456-FE3D-1A1EFB4C2EDC}"/>
              </a:ext>
            </a:extLst>
          </p:cNvPr>
          <p:cNvSpPr txBox="1"/>
          <p:nvPr/>
        </p:nvSpPr>
        <p:spPr>
          <a:xfrm>
            <a:off x="94655" y="77430"/>
            <a:ext cx="55989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Requirement: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81F0EC-AA50-7947-777C-2286FCADA339}"/>
              </a:ext>
            </a:extLst>
          </p:cNvPr>
          <p:cNvSpPr txBox="1"/>
          <p:nvPr/>
        </p:nvSpPr>
        <p:spPr>
          <a:xfrm>
            <a:off x="94654" y="1353493"/>
            <a:ext cx="40501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HTML, CSS, Java Script, React Native</a:t>
            </a:r>
          </a:p>
        </p:txBody>
      </p:sp>
      <p:pic>
        <p:nvPicPr>
          <p:cNvPr id="21" name="Picture 20" descr="A computer screen with tools and ladder&#10;&#10;AI-generated content may be incorrect.">
            <a:extLst>
              <a:ext uri="{FF2B5EF4-FFF2-40B4-BE49-F238E27FC236}">
                <a16:creationId xmlns:a16="http://schemas.microsoft.com/office/drawing/2014/main" id="{CD7E6358-F993-BEA5-8640-699E8EB39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5" y="276702"/>
            <a:ext cx="1293018" cy="129301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C235E76-D4FB-678D-DA74-6370949FADC3}"/>
              </a:ext>
            </a:extLst>
          </p:cNvPr>
          <p:cNvSpPr txBox="1"/>
          <p:nvPr/>
        </p:nvSpPr>
        <p:spPr>
          <a:xfrm>
            <a:off x="1876038" y="2670094"/>
            <a:ext cx="1212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Python</a:t>
            </a:r>
          </a:p>
        </p:txBody>
      </p:sp>
      <p:pic>
        <p:nvPicPr>
          <p:cNvPr id="25" name="Picture 24" descr="A blue snake logo with black background&#10;&#10;AI-generated content may be incorrect.">
            <a:extLst>
              <a:ext uri="{FF2B5EF4-FFF2-40B4-BE49-F238E27FC236}">
                <a16:creationId xmlns:a16="http://schemas.microsoft.com/office/drawing/2014/main" id="{7F0955EF-670F-E7A2-DF4C-6D5BAE611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6570" y="1962357"/>
            <a:ext cx="864572" cy="80754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C07CA58-3588-16F1-365A-82B064841318}"/>
              </a:ext>
            </a:extLst>
          </p:cNvPr>
          <p:cNvSpPr txBox="1"/>
          <p:nvPr/>
        </p:nvSpPr>
        <p:spPr>
          <a:xfrm>
            <a:off x="2844105" y="3819346"/>
            <a:ext cx="2119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MYSQL Database</a:t>
            </a:r>
            <a:endParaRPr lang="en-US" sz="28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29" name="Picture 28" descr="A computer with a screen open&#10;&#10;AI-generated content may be incorrect.">
            <a:extLst>
              <a:ext uri="{FF2B5EF4-FFF2-40B4-BE49-F238E27FC236}">
                <a16:creationId xmlns:a16="http://schemas.microsoft.com/office/drawing/2014/main" id="{33D8E993-4E8E-7DC4-65D7-E922654C0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3865" y="3045819"/>
            <a:ext cx="1008863" cy="1008863"/>
          </a:xfrm>
          <a:prstGeom prst="rect">
            <a:avLst/>
          </a:prstGeom>
        </p:spPr>
      </p:pic>
      <p:pic>
        <p:nvPicPr>
          <p:cNvPr id="31" name="Picture 30" descr="A cartoon of a robot and a rocket flying out of a light bulb&#10;&#10;AI-generated content may be incorrect.">
            <a:extLst>
              <a:ext uri="{FF2B5EF4-FFF2-40B4-BE49-F238E27FC236}">
                <a16:creationId xmlns:a16="http://schemas.microsoft.com/office/drawing/2014/main" id="{18E61E94-CE3E-736F-BC6F-436002291A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2088" y="3926948"/>
            <a:ext cx="831236" cy="83123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FCD9380-452D-DDCC-436C-F557D24BC468}"/>
              </a:ext>
            </a:extLst>
          </p:cNvPr>
          <p:cNvSpPr txBox="1"/>
          <p:nvPr/>
        </p:nvSpPr>
        <p:spPr>
          <a:xfrm>
            <a:off x="5536889" y="4620280"/>
            <a:ext cx="706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273344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3" grpId="0"/>
      <p:bldP spid="27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3D14605-6114-AC98-C1F4-FE1365B66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4DF72DCD-CD10-D271-4BB4-422C1B4633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pPr lvl="0"/>
            <a:r>
              <a:rPr lang="en-US" dirty="0"/>
              <a:t>UX Research</a:t>
            </a:r>
            <a:r>
              <a:rPr lang="ar-EG" dirty="0"/>
              <a:t> &amp; </a:t>
            </a:r>
            <a:r>
              <a:rPr lang="en-US" dirty="0"/>
              <a:t>Design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16C4E2-97F5-5BAE-9712-DCA68C567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09" y="2571750"/>
            <a:ext cx="2434228" cy="243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69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FBDF-2DB9-5C21-46CD-0066AE5DE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76A7B20-B838-FE92-36BD-C4D7BAF21839}"/>
              </a:ext>
            </a:extLst>
          </p:cNvPr>
          <p:cNvSpPr txBox="1"/>
          <p:nvPr/>
        </p:nvSpPr>
        <p:spPr>
          <a:xfrm>
            <a:off x="94655" y="77430"/>
            <a:ext cx="55989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 Research 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89E0FE-EB11-23E4-A0D1-3C591F51155E}"/>
              </a:ext>
            </a:extLst>
          </p:cNvPr>
          <p:cNvSpPr txBox="1"/>
          <p:nvPr/>
        </p:nvSpPr>
        <p:spPr>
          <a:xfrm>
            <a:off x="1607534" y="870572"/>
            <a:ext cx="28311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Survey Insights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DB8249-6B32-4E47-6CBF-A4BA11195868}"/>
              </a:ext>
            </a:extLst>
          </p:cNvPr>
          <p:cNvSpPr txBox="1"/>
          <p:nvPr/>
        </p:nvSpPr>
        <p:spPr>
          <a:xfrm>
            <a:off x="2716805" y="2044817"/>
            <a:ext cx="3301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Empathy</a:t>
            </a:r>
            <a:r>
              <a:rPr lang="ar-EG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 </a:t>
            </a:r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map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4F1F8B-EC8B-CF8C-8AED-C6F028533750}"/>
              </a:ext>
            </a:extLst>
          </p:cNvPr>
          <p:cNvSpPr txBox="1"/>
          <p:nvPr/>
        </p:nvSpPr>
        <p:spPr>
          <a:xfrm>
            <a:off x="4088406" y="3219062"/>
            <a:ext cx="21199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Persona</a:t>
            </a:r>
            <a:endParaRPr lang="en-US" sz="40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" name="Rectangle: Single Corner Rounded 1">
            <a:extLst>
              <a:ext uri="{FF2B5EF4-FFF2-40B4-BE49-F238E27FC236}">
                <a16:creationId xmlns:a16="http://schemas.microsoft.com/office/drawing/2014/main" id="{79153DBC-94B0-72C5-295D-4E0C04BE81FF}"/>
              </a:ext>
            </a:extLst>
          </p:cNvPr>
          <p:cNvSpPr/>
          <p:nvPr/>
        </p:nvSpPr>
        <p:spPr>
          <a:xfrm>
            <a:off x="692214" y="1107611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dirty="0">
                <a:solidFill>
                  <a:schemeClr val="bg2">
                    <a:lumMod val="50000"/>
                  </a:schemeClr>
                </a:solidFill>
              </a:rPr>
              <a:t>1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96159CC7-D316-A074-9C08-AEABA60811E2}"/>
              </a:ext>
            </a:extLst>
          </p:cNvPr>
          <p:cNvSpPr/>
          <p:nvPr/>
        </p:nvSpPr>
        <p:spPr>
          <a:xfrm>
            <a:off x="1801485" y="2280880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2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5FB6A7C6-74DF-7A34-BF1E-521D09BC75CF}"/>
              </a:ext>
            </a:extLst>
          </p:cNvPr>
          <p:cNvSpPr/>
          <p:nvPr/>
        </p:nvSpPr>
        <p:spPr>
          <a:xfrm>
            <a:off x="3232007" y="3456100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3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4E5E0-979F-582A-E942-3449518A947A}"/>
              </a:ext>
            </a:extLst>
          </p:cNvPr>
          <p:cNvSpPr txBox="1"/>
          <p:nvPr/>
        </p:nvSpPr>
        <p:spPr>
          <a:xfrm>
            <a:off x="5649880" y="4196870"/>
            <a:ext cx="28420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Design Identity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CF6571B4-4BCC-F78E-13BE-EBC10400968A}"/>
              </a:ext>
            </a:extLst>
          </p:cNvPr>
          <p:cNvSpPr/>
          <p:nvPr/>
        </p:nvSpPr>
        <p:spPr>
          <a:xfrm>
            <a:off x="4793482" y="4433908"/>
            <a:ext cx="641445" cy="470848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b="1" dirty="0">
                <a:solidFill>
                  <a:schemeClr val="bg2">
                    <a:lumMod val="50000"/>
                  </a:schemeClr>
                </a:solidFill>
              </a:rPr>
              <a:t>4</a:t>
            </a:r>
            <a:endParaRPr lang="es-E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51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3" grpId="0"/>
      <p:bldP spid="27" grpId="0"/>
      <p:bldP spid="2" grpId="0" animBg="1"/>
      <p:bldP spid="3" grpId="0" animBg="1"/>
      <p:bldP spid="4" grpId="0" animBg="1"/>
      <p:bldP spid="5" grpId="0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4FAD3-DE35-80F2-50F7-9E80AB72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8;p4">
            <a:extLst>
              <a:ext uri="{FF2B5EF4-FFF2-40B4-BE49-F238E27FC236}">
                <a16:creationId xmlns:a16="http://schemas.microsoft.com/office/drawing/2014/main" id="{C78BAA16-EAF7-9B8E-4322-7DCD6D38A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r>
              <a:rPr lang="en-US" dirty="0"/>
              <a:t>Survey Insights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A0E4C0-247C-C024-BFB5-C79E90B8A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204" y="2155748"/>
            <a:ext cx="2258855" cy="225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44DCC98-2F21-9A6C-BA39-9ED0FA529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6779" y="442564"/>
            <a:ext cx="7820493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Gabriola" panose="04040605051002020D02" pitchFamily="82" charset="0"/>
                <a:cs typeface="Arial"/>
              </a:rPr>
              <a:t>Demographics: </a:t>
            </a:r>
            <a:r>
              <a:rPr lang="en-US" altLang="en-US" sz="2000" dirty="0">
                <a:solidFill>
                  <a:schemeClr val="tx1"/>
                </a:solidFill>
                <a:latin typeface="Gabriola" panose="04040605051002020D02" pitchFamily="82" charset="0"/>
                <a:cs typeface="Arial"/>
              </a:rPr>
              <a:t>Majority of respondents are university students (ages 18–23),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Gabriola" panose="04040605051002020D02" pitchFamily="82" charset="0"/>
                <a:cs typeface="Arial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Gabriola" panose="04040605051002020D02" pitchFamily="82" charset="0"/>
                <a:cs typeface="Arial"/>
                <a:sym typeface="Arial"/>
              </a:rPr>
              <a:t>largely</a:t>
            </a:r>
            <a:r>
              <a:rPr lang="en-US" altLang="en-US" sz="2000" dirty="0">
                <a:solidFill>
                  <a:schemeClr val="tx1"/>
                </a:solidFill>
                <a:latin typeface="Gabriola" panose="04040605051002020D02" pitchFamily="82" charset="0"/>
                <a:cs typeface="Arial"/>
              </a:rPr>
              <a:t> from Engineering and Medical backgrounds.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Gabriola" panose="04040605051002020D02" pitchFamily="82" charset="0"/>
                <a:cs typeface="Arial"/>
              </a:rPr>
              <a:t>Key Statistics: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abriola" panose="04040605051002020D02" pitchFamily="82" charset="0"/>
                <a:ea typeface="Arimo" panose="020B0604020202020204" pitchFamily="34" charset="0"/>
                <a:cs typeface="Arial"/>
              </a:rPr>
              <a:t>Resource Waste: </a:t>
            </a:r>
            <a:r>
              <a:rPr lang="en-US" altLang="en-US" sz="2000" dirty="0">
                <a:solidFill>
                  <a:schemeClr val="tx1"/>
                </a:solidFill>
                <a:latin typeface="Gabriola" panose="04040605051002020D02" pitchFamily="82" charset="0"/>
                <a:ea typeface="Arimo" panose="020B0604020202020204" pitchFamily="34" charset="0"/>
                <a:cs typeface="Arial"/>
              </a:rPr>
              <a:t>Many students currently leave unused tools and books "without use" or simply store them. 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abriola" panose="04040605051002020D02" pitchFamily="82" charset="0"/>
                <a:ea typeface="Arimo" panose="020B0604020202020204" pitchFamily="34" charset="0"/>
                <a:cs typeface="Arial"/>
              </a:rPr>
              <a:t>Top Needs: </a:t>
            </a:r>
            <a:r>
              <a:rPr lang="en-US" altLang="en-US" sz="2000" dirty="0">
                <a:solidFill>
                  <a:schemeClr val="tx1"/>
                </a:solidFill>
                <a:latin typeface="Gabriola" panose="04040605051002020D02" pitchFamily="82" charset="0"/>
                <a:ea typeface="Arimo" panose="020B0604020202020204" pitchFamily="34" charset="0"/>
                <a:cs typeface="Arial"/>
              </a:rPr>
              <a:t>AI-powered "Book Summaries" and "Exam Predictors" were ranked as high-priority features. 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abriola" panose="04040605051002020D02" pitchFamily="82" charset="0"/>
                <a:ea typeface="Arimo" panose="020B0604020202020204" pitchFamily="34" charset="0"/>
                <a:cs typeface="Arial"/>
              </a:rPr>
              <a:t>Exchange Preference: </a:t>
            </a:r>
            <a:r>
              <a:rPr lang="en-US" altLang="en-US" sz="2000" dirty="0">
                <a:solidFill>
                  <a:schemeClr val="tx1"/>
                </a:solidFill>
                <a:latin typeface="Gabriola" panose="04040605051002020D02" pitchFamily="82" charset="0"/>
                <a:ea typeface="Arimo" panose="020B0604020202020204" pitchFamily="34" charset="0"/>
                <a:cs typeface="Arial"/>
              </a:rPr>
              <a:t>Students highly favor a "Mixed System" (Points + Cash) for transactions.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120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399E35-159B-B2B0-D55B-9D4102BFA7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4" t="1551"/>
          <a:stretch>
            <a:fillRect/>
          </a:stretch>
        </p:blipFill>
        <p:spPr>
          <a:xfrm>
            <a:off x="403860" y="718112"/>
            <a:ext cx="8336280" cy="35701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6080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A26B64-402A-39F7-EA19-2AECE3CB83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8" t="1167" b="1202"/>
          <a:stretch>
            <a:fillRect/>
          </a:stretch>
        </p:blipFill>
        <p:spPr>
          <a:xfrm>
            <a:off x="884506" y="464820"/>
            <a:ext cx="7180783" cy="40379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0229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CEDDD6-3DB4-155A-CE2F-CE61860A1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" y="801340"/>
            <a:ext cx="8054340" cy="3418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8841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B4D37-E38F-0763-C9B6-C25688131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8;p4">
            <a:extLst>
              <a:ext uri="{FF2B5EF4-FFF2-40B4-BE49-F238E27FC236}">
                <a16:creationId xmlns:a16="http://schemas.microsoft.com/office/drawing/2014/main" id="{8497D212-CD42-FA11-0250-3BD87A40F0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Empathy</a:t>
            </a:r>
            <a:r>
              <a:rPr lang="ar-EG" dirty="0"/>
              <a:t> </a:t>
            </a:r>
            <a:r>
              <a:rPr lang="en-US" dirty="0"/>
              <a:t>map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3ED6BB-B6AA-1C30-CE2E-4F941230C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825" y="2155748"/>
            <a:ext cx="2106118" cy="210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7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4C6BD4-F879-9D3C-D5D3-97B4778B7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39" y="205740"/>
            <a:ext cx="8092441" cy="455199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1931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8;p4">
            <a:extLst>
              <a:ext uri="{FF2B5EF4-FFF2-40B4-BE49-F238E27FC236}">
                <a16:creationId xmlns:a16="http://schemas.microsoft.com/office/drawing/2014/main" id="{F0657B3B-DAC0-E81C-F3A2-FBBE79CFF5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r>
              <a:rPr lang="en-US" dirty="0"/>
              <a:t>Persona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D49EF1-0DDA-3288-A024-97E510151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176" y="2155748"/>
            <a:ext cx="2258858" cy="225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7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C7713B-1554-F5F7-4C32-EFE43059A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137160"/>
            <a:ext cx="6857991" cy="48523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77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1C60-ED8D-082F-A542-4AE0B95FA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8;p4">
            <a:extLst>
              <a:ext uri="{FF2B5EF4-FFF2-40B4-BE49-F238E27FC236}">
                <a16:creationId xmlns:a16="http://schemas.microsoft.com/office/drawing/2014/main" id="{EAD09EA2-BB08-D4AE-6785-DF420BCC78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r>
              <a:rPr lang="ar-EG" dirty="0"/>
              <a:t> </a:t>
            </a:r>
            <a:r>
              <a:rPr lang="en-US" dirty="0"/>
              <a:t>Design Identity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D7B8CE-81A4-918F-3437-EE253671A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023" y="2155748"/>
            <a:ext cx="2874392" cy="287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0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D7E2A-9EF2-40CB-CED6-8ADEB287A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17DDCD-C17A-DE4B-F03A-B9639CB590F4}"/>
              </a:ext>
            </a:extLst>
          </p:cNvPr>
          <p:cNvSpPr txBox="1"/>
          <p:nvPr/>
        </p:nvSpPr>
        <p:spPr>
          <a:xfrm>
            <a:off x="146389" y="1161621"/>
            <a:ext cx="84769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We selected a modern and user-friendly color palette that aligns with the educational purpose of the platform while maintaining a clean and soft visual experience.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Primary Color: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Soft Indigo (#7477AF) – Represents creativity, focus, and a calm learning environment. It is used in key elements like buttons, highlights, and the footer.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Secondary Colors: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Light Grey tones (#7A7A7A, #D9D9D9) – Used for text, placeholders, and subtle UI elements to maintain visual balance.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Background: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White and very light grey (#f5f5f5) – Ensures high readability and a clean, modern interface.</a:t>
            </a:r>
            <a:endParaRPr lang="en-US" sz="2000" dirty="0">
              <a:solidFill>
                <a:schemeClr val="tx1"/>
              </a:solidFill>
              <a:latin typeface="Gabriola" panose="04040605051002020D02" pitchFamily="82" charset="0"/>
              <a:ea typeface="Arimo" panose="020B0604020202020204" pitchFamily="34" charset="0"/>
              <a:sym typeface="Anahei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A0923-FFCC-8BE8-A683-2E5168C868C8}"/>
              </a:ext>
            </a:extLst>
          </p:cNvPr>
          <p:cNvSpPr txBox="1"/>
          <p:nvPr/>
        </p:nvSpPr>
        <p:spPr>
          <a:xfrm>
            <a:off x="321659" y="0"/>
            <a:ext cx="28311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1. </a:t>
            </a:r>
            <a:r>
              <a:rPr lang="en-US" sz="4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Color Palette</a:t>
            </a:r>
          </a:p>
        </p:txBody>
      </p:sp>
    </p:spTree>
    <p:extLst>
      <p:ext uri="{BB962C8B-B14F-4D97-AF65-F5344CB8AC3E}">
        <p14:creationId xmlns:p14="http://schemas.microsoft.com/office/powerpoint/2010/main" val="403027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8BEDAA-8D4B-C3FF-59D9-C001BE14B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0"/>
            <a:ext cx="5947298" cy="499946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4531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383D5-7018-266F-7914-0BF7166A4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AE6492-F4E8-9691-4023-B2001A14621B}"/>
              </a:ext>
            </a:extLst>
          </p:cNvPr>
          <p:cNvSpPr txBox="1"/>
          <p:nvPr/>
        </p:nvSpPr>
        <p:spPr>
          <a:xfrm>
            <a:off x="146389" y="1161621"/>
            <a:ext cx="847693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Our typography is designed to ensure clarity and readability, especially for students who spend long periods interacting with the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Font Families: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We used modern sans-serif fonts such as </a:t>
            </a: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Roboto, Inter, Rubik, and Jost.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Inter &amp; Rubik: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Used for headings and branding to create a strong and modern identity.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Roboto: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Used for body text to ensure readability.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Jost: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Used in smaller elements like the footer.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Style: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Bold weights are used for headings, while regular and medium weights are used for body text to create a clear visual hierarchy.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abriola" panose="04040605051002020D02" pitchFamily="8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abriola" panose="04040605051002020D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1027E3-A95E-F204-D38E-14D4F4926E1B}"/>
              </a:ext>
            </a:extLst>
          </p:cNvPr>
          <p:cNvSpPr txBox="1"/>
          <p:nvPr/>
        </p:nvSpPr>
        <p:spPr>
          <a:xfrm>
            <a:off x="321659" y="0"/>
            <a:ext cx="28311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2. </a:t>
            </a:r>
            <a:r>
              <a:rPr lang="en-US" sz="4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Typography</a:t>
            </a:r>
          </a:p>
        </p:txBody>
      </p:sp>
    </p:spTree>
    <p:extLst>
      <p:ext uri="{BB962C8B-B14F-4D97-AF65-F5344CB8AC3E}">
        <p14:creationId xmlns:p14="http://schemas.microsoft.com/office/powerpoint/2010/main" val="333719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15CDCD-D30F-CF0C-EC55-39A77CE6E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851347"/>
            <a:ext cx="8435340" cy="344080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327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577B-0E2D-A4D1-A72B-6915FABD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913343-50F3-9DC2-EB06-9D3E36123412}"/>
              </a:ext>
            </a:extLst>
          </p:cNvPr>
          <p:cNvSpPr txBox="1"/>
          <p:nvPr/>
        </p:nvSpPr>
        <p:spPr>
          <a:xfrm>
            <a:off x="146389" y="1047321"/>
            <a:ext cx="847693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The UI elements follow a consistent and modern design language that enhances usability and user interaction.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Style: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Rounded corners (border-radius) are used across buttons and containers to create a friendly and approachable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Call to Actions (CTAs):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Buttons such as </a:t>
            </a:r>
            <a:r>
              <a:rPr lang="en-US" sz="2000" i="1" dirty="0">
                <a:solidFill>
                  <a:schemeClr val="tx1"/>
                </a:solidFill>
                <a:latin typeface="Gabriola" panose="04040605051002020D02" pitchFamily="82" charset="0"/>
              </a:rPr>
              <a:t>“Sign In”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use the primary color (#7477AF) with subtle transparency and borders to make them noticeable without being overwhelming.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Hover Effects: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Smooth transitions, slight scaling (transform: scale), and color changes are applied to provide interactive feedback.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Shadows: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Soft shadows are used in elements like the navbar and search box to create depth and a slightly elevated (floating) effect.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abriola" panose="04040605051002020D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CCF6A8-CE1F-3181-B7C8-59EF3C542558}"/>
              </a:ext>
            </a:extLst>
          </p:cNvPr>
          <p:cNvSpPr txBox="1"/>
          <p:nvPr/>
        </p:nvSpPr>
        <p:spPr>
          <a:xfrm>
            <a:off x="250220" y="235743"/>
            <a:ext cx="54647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3. Buttons &amp; Interactive elements</a:t>
            </a:r>
          </a:p>
        </p:txBody>
      </p:sp>
    </p:spTree>
    <p:extLst>
      <p:ext uri="{BB962C8B-B14F-4D97-AF65-F5344CB8AC3E}">
        <p14:creationId xmlns:p14="http://schemas.microsoft.com/office/powerpoint/2010/main" val="273884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A030C7-5FA6-C04D-FBC4-8F0FBFBC9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91" y="733770"/>
            <a:ext cx="8522938" cy="383823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2597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82E7A-3E6B-E4A7-1016-DED6CBFA8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967869-4E9B-57DE-CAEE-5322F8EE27B7}"/>
              </a:ext>
            </a:extLst>
          </p:cNvPr>
          <p:cNvSpPr txBox="1"/>
          <p:nvPr/>
        </p:nvSpPr>
        <p:spPr>
          <a:xfrm>
            <a:off x="146389" y="1047321"/>
            <a:ext cx="82260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Visual elements are designed to be clean, simple, and supportive of the content without causing distraction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Icon Style: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Outline (linear) icons are used consistently across the interface (e.g., navbar, search bar, footer), giving a minimalist and modern appearance.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Image : </a:t>
            </a:r>
            <a:endParaRPr lang="en-US" sz="2000" dirty="0">
              <a:solidFill>
                <a:schemeClr val="tx1"/>
              </a:solidFill>
              <a:latin typeface="Gabriola" panose="04040605051002020D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6AE90-A960-D0AC-7CC4-8E1B0D130B93}"/>
              </a:ext>
            </a:extLst>
          </p:cNvPr>
          <p:cNvSpPr txBox="1"/>
          <p:nvPr/>
        </p:nvSpPr>
        <p:spPr>
          <a:xfrm>
            <a:off x="250220" y="235743"/>
            <a:ext cx="54647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4. Icons &amp; Imagery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439693-5350-7C9D-FBC1-77F30BBD8510}"/>
              </a:ext>
            </a:extLst>
          </p:cNvPr>
          <p:cNvSpPr txBox="1"/>
          <p:nvPr/>
        </p:nvSpPr>
        <p:spPr>
          <a:xfrm>
            <a:off x="771525" y="2371725"/>
            <a:ext cx="82260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tx1"/>
              </a:solidFill>
              <a:latin typeface="Gabriola" panose="04040605051002020D02" pitchFamily="8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Placeholder boxes are used in grids to represent books and tools in a structured layout.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The hero section includes decorative background images to enhance visual appeal without affecting usability.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Layout: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Content such as recommendations and categories is displayed using a clean grid system to ensure organization and easy navigation.</a:t>
            </a:r>
          </a:p>
        </p:txBody>
      </p:sp>
    </p:spTree>
    <p:extLst>
      <p:ext uri="{BB962C8B-B14F-4D97-AF65-F5344CB8AC3E}">
        <p14:creationId xmlns:p14="http://schemas.microsoft.com/office/powerpoint/2010/main" val="393238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73959D9-E80F-7C4E-7729-EB3992C21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11" y="224790"/>
            <a:ext cx="7211978" cy="46939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9501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FCA9-C0B8-6063-E158-2A27AE37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3CDB64-4BD8-C55D-CA82-C6C5A66B7DC6}"/>
              </a:ext>
            </a:extLst>
          </p:cNvPr>
          <p:cNvSpPr txBox="1"/>
          <p:nvPr/>
        </p:nvSpPr>
        <p:spPr>
          <a:xfrm>
            <a:off x="146389" y="1047321"/>
            <a:ext cx="822608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Before moving to the high-fidelity design, we created low-fidelity wireframes using Figma to define the user flow and overall layout structure of the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Navigation Logic: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Focused on a </a:t>
            </a: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top navigation bar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that provides easy access to main sections such as Home, Community, Chatbot, Upload, Cart, and Profile, ensuring clear and direct navigation.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Structure: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A </a:t>
            </a: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card-based and grid layout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was designed to display books and tools in an organized and visually consistent way (as seen in categories and recommendations sections).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UX Goal: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Reduce the number of steps needed for users to find books or tools, while maintaining a simple and intuitive browsing experience.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Additional Focus: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Included a </a:t>
            </a:r>
            <a:r>
              <a:rPr lang="en-US" sz="2000" b="1" dirty="0">
                <a:solidFill>
                  <a:schemeClr val="tx1"/>
                </a:solidFill>
                <a:latin typeface="Gabriola" panose="04040605051002020D02" pitchFamily="82" charset="0"/>
              </a:rPr>
              <a:t>hero section with a search bar</a:t>
            </a:r>
            <a:r>
              <a:rPr lang="en-US" sz="2000" dirty="0">
                <a:solidFill>
                  <a:schemeClr val="tx1"/>
                </a:solidFill>
                <a:latin typeface="Gabriola" panose="04040605051002020D02" pitchFamily="82" charset="0"/>
              </a:rPr>
              <a:t> to allow users to quickly search for books directly from the homepage.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abriola" panose="04040605051002020D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9CE0F-D6EA-0DE6-BB55-60E869BB668D}"/>
              </a:ext>
            </a:extLst>
          </p:cNvPr>
          <p:cNvSpPr txBox="1"/>
          <p:nvPr/>
        </p:nvSpPr>
        <p:spPr>
          <a:xfrm>
            <a:off x="250220" y="235743"/>
            <a:ext cx="54647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4. Wireframes (Figma)</a:t>
            </a:r>
          </a:p>
        </p:txBody>
      </p:sp>
    </p:spTree>
    <p:extLst>
      <p:ext uri="{BB962C8B-B14F-4D97-AF65-F5344CB8AC3E}">
        <p14:creationId xmlns:p14="http://schemas.microsoft.com/office/powerpoint/2010/main" val="306022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388E8BD-FE83-C21C-F3A5-BB214D697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" y="201601"/>
            <a:ext cx="4889816" cy="25449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2451D0-9679-5E64-3ECD-099EB67B0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638" y="2395199"/>
            <a:ext cx="4598861" cy="245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0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E85A4A-A682-39E9-0393-E9937354C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259" y="88261"/>
            <a:ext cx="3372321" cy="4601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A30C16-31F2-A6CA-82A7-91726BE64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269" y="88261"/>
            <a:ext cx="3328736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2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B0DAE9-AC96-D821-0320-FDEA83B87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87" y="209220"/>
            <a:ext cx="3410426" cy="4725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C81FF4-D4FA-AB4F-80E4-C45274477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420" y="223288"/>
            <a:ext cx="3324465" cy="472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9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D54612-4F05-DBC2-8E0A-E3C410B7A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58" y="118731"/>
            <a:ext cx="3496163" cy="4753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44FCF4-480A-69D5-9231-08F9A5CD6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215" y="118732"/>
            <a:ext cx="3403493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4BA00E1-405B-467E-B927-F662E29E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D29D0E8A-8630-0970-8E61-7D7FF89CFD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pPr lvl="0"/>
            <a:r>
              <a:rPr lang="en-US" dirty="0"/>
              <a:t>User Interface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0942AE-AEF3-EA35-37DB-3B104C52D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977" y="2155748"/>
            <a:ext cx="2497119" cy="249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36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6C537AC5-FE13-2E77-5197-97150963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011AC1-40A7-414D-90B0-BB50A0282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975" y="209550"/>
            <a:ext cx="2125980" cy="472440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9AB820-E33C-69DC-5F3E-530AC7648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093" y="209550"/>
            <a:ext cx="2155127" cy="478917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53724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14D7FCF0-657C-4986-2020-737C49925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125518-D0EF-556C-F8AA-92B027B76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805" y="175260"/>
            <a:ext cx="2156841" cy="479298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4C85DD-39FF-B697-1E30-8C6C0425C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968" y="175260"/>
            <a:ext cx="2156841" cy="479298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1030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E4B7905B-8D5F-BDFE-B3E0-0602B4963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E0D087-9248-CD5E-2C97-697634ADA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939" y="148590"/>
            <a:ext cx="2120837" cy="471297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1A5CBB-7D9B-CD47-E083-742413B19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223" y="148590"/>
            <a:ext cx="2120837" cy="471297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5518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33B7D97F-C5E4-4155-7B88-F3ADC909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F69EE2-9EEC-AAF0-8CD8-1E500C551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56" y="121920"/>
            <a:ext cx="2204847" cy="4899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EA3351-1E98-BFC4-A568-18BC9323C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852" y="121920"/>
            <a:ext cx="2204847" cy="4899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A50B2B4-5191-23A2-A1FC-C4C1B0FD2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364" y="121920"/>
            <a:ext cx="2204847" cy="4899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495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70CD60A-56F0-35AC-9026-D16B68DF8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662A06DD-C7BE-4238-E784-AA911383A2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pPr lvl="0"/>
            <a:r>
              <a:rPr lang="en-US" dirty="0"/>
              <a:t>Code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CC8AE-EB68-1B18-20DC-E661B95C3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523" y="2498650"/>
            <a:ext cx="1944353" cy="194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60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49831572-714E-14E8-067D-E85451769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05BCAA-2BB9-E18F-4D01-14B920047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" y="114413"/>
            <a:ext cx="8024080" cy="49146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5449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9C4B0FB4-5309-8BCD-13AC-38F841E8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AA1EEA-0689-CB5C-605D-890ABFFED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41195"/>
            <a:ext cx="8724900" cy="48611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9856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EBA03F-3623-3199-1A1B-4F2FE1B05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113597"/>
            <a:ext cx="8420617" cy="49163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29406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F13399-970A-5372-78C0-9501D56AA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72" y="198120"/>
            <a:ext cx="7901256" cy="48581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0492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D9E8EE-83AC-21CB-85C2-83AB7A664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09157"/>
            <a:ext cx="8808720" cy="42858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7521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76FC-8AA4-CA56-ABF3-EBA7664D5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151CC-D9E5-08A6-357F-97410C9E6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0ED32-F891-684A-73CC-A00DD267A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453683"/>
            <a:ext cx="8633460" cy="42361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5534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BA11E-DB11-CD23-378C-FB56F9C7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2570F-F349-7240-6F65-3EBFD5EF9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8AA4E-B807-405A-8370-D638FCBA5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21829"/>
            <a:ext cx="8534400" cy="44998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21707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DD453A-FD66-62FA-C3D4-3035FD4F0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4779"/>
            <a:ext cx="7294658" cy="48339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2088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58704AC-0BD3-BC33-02C8-40C2DEECD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>
            <a:extLst>
              <a:ext uri="{FF2B5EF4-FFF2-40B4-BE49-F238E27FC236}">
                <a16:creationId xmlns:a16="http://schemas.microsoft.com/office/drawing/2014/main" id="{A357D920-9374-CCA1-B443-C47E01F718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93" y="1356994"/>
            <a:ext cx="8485414" cy="798754"/>
          </a:xfrm>
        </p:spPr>
        <p:txBody>
          <a:bodyPr/>
          <a:lstStyle/>
          <a:p>
            <a:pPr lvl="0"/>
            <a:r>
              <a:rPr lang="en-US" dirty="0"/>
              <a:t>Project 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A08D8D-DA50-BA43-B9B2-C14249EFA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073" y="2155748"/>
            <a:ext cx="2115803" cy="211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97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81671EA6-0504-F19F-6B89-D3E958A0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D16FB6-20E8-DBA6-5CDB-59E724CF5952}"/>
              </a:ext>
            </a:extLst>
          </p:cNvPr>
          <p:cNvSpPr txBox="1"/>
          <p:nvPr/>
        </p:nvSpPr>
        <p:spPr>
          <a:xfrm>
            <a:off x="1168474" y="385763"/>
            <a:ext cx="28311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90000"/>
                    <a:lumOff val="10000"/>
                  </a:schemeClr>
                </a:solidFill>
                <a:latin typeface="Gabriola" panose="04040605051002020D02" pitchFamily="82" charset="0"/>
              </a:rPr>
              <a:t>Project Demo:</a:t>
            </a:r>
          </a:p>
        </p:txBody>
      </p:sp>
      <p:pic>
        <p:nvPicPr>
          <p:cNvPr id="2" name="WhatsApp Video 2026-04-14 at 7.52.20 PM">
            <a:hlinkClick r:id="" action="ppaction://media"/>
            <a:extLst>
              <a:ext uri="{FF2B5EF4-FFF2-40B4-BE49-F238E27FC236}">
                <a16:creationId xmlns:a16="http://schemas.microsoft.com/office/drawing/2014/main" id="{BA8BD70F-ED73-10BD-82C5-8372BCEFD55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997762" y="0"/>
            <a:ext cx="23114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9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5B41913D-48AB-859C-1578-5BA6561A5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" name="Group 835">
            <a:extLst>
              <a:ext uri="{FF2B5EF4-FFF2-40B4-BE49-F238E27FC236}">
                <a16:creationId xmlns:a16="http://schemas.microsoft.com/office/drawing/2014/main" id="{A1941801-5CDB-188B-E101-0D9D71FFF6DE}"/>
              </a:ext>
            </a:extLst>
          </p:cNvPr>
          <p:cNvGrpSpPr/>
          <p:nvPr/>
        </p:nvGrpSpPr>
        <p:grpSpPr>
          <a:xfrm>
            <a:off x="7299731" y="-188874"/>
            <a:ext cx="2300556" cy="2575530"/>
            <a:chOff x="3238240" y="323850"/>
            <a:chExt cx="1739901" cy="1947863"/>
          </a:xfrm>
        </p:grpSpPr>
        <p:sp>
          <p:nvSpPr>
            <p:cNvPr id="837" name="Freeform 352">
              <a:extLst>
                <a:ext uri="{FF2B5EF4-FFF2-40B4-BE49-F238E27FC236}">
                  <a16:creationId xmlns:a16="http://schemas.microsoft.com/office/drawing/2014/main" id="{C3F3FCFD-0F51-08BB-3104-452A6C5C2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240" y="323850"/>
              <a:ext cx="1654175" cy="1947863"/>
            </a:xfrm>
            <a:custGeom>
              <a:avLst/>
              <a:gdLst>
                <a:gd name="T0" fmla="*/ 50016 w 50016"/>
                <a:gd name="T1" fmla="*/ 49881 h 58876"/>
                <a:gd name="T2" fmla="*/ 135 w 50016"/>
                <a:gd name="T3" fmla="*/ 0 h 58876"/>
                <a:gd name="T4" fmla="*/ 0 w 50016"/>
                <a:gd name="T5" fmla="*/ 29959 h 58876"/>
                <a:gd name="T6" fmla="*/ 26668 w 50016"/>
                <a:gd name="T7" fmla="*/ 56627 h 58876"/>
                <a:gd name="T8" fmla="*/ 32096 w 50016"/>
                <a:gd name="T9" fmla="*/ 58876 h 58876"/>
                <a:gd name="T10" fmla="*/ 49927 w 50016"/>
                <a:gd name="T11" fmla="*/ 58876 h 58876"/>
                <a:gd name="T12" fmla="*/ 50016 w 50016"/>
                <a:gd name="T13" fmla="*/ 49881 h 58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016" h="5887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8" name="Freeform 353">
              <a:extLst>
                <a:ext uri="{FF2B5EF4-FFF2-40B4-BE49-F238E27FC236}">
                  <a16:creationId xmlns:a16="http://schemas.microsoft.com/office/drawing/2014/main" id="{7FB1F9C3-A17C-F988-2E7E-D29122347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753" y="947738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9" name="Freeform 354">
              <a:extLst>
                <a:ext uri="{FF2B5EF4-FFF2-40B4-BE49-F238E27FC236}">
                  <a16:creationId xmlns:a16="http://schemas.microsoft.com/office/drawing/2014/main" id="{97149492-888A-ADFA-C0A8-179942F9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015" y="1260475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0" name="Freeform 355">
              <a:extLst>
                <a:ext uri="{FF2B5EF4-FFF2-40B4-BE49-F238E27FC236}">
                  <a16:creationId xmlns:a16="http://schemas.microsoft.com/office/drawing/2014/main" id="{80603BAD-A98E-B45D-9B07-978BDC7C67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778" y="1271588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1" name="Freeform 356">
              <a:extLst>
                <a:ext uri="{FF2B5EF4-FFF2-40B4-BE49-F238E27FC236}">
                  <a16:creationId xmlns:a16="http://schemas.microsoft.com/office/drawing/2014/main" id="{69B3B1C5-86FE-EA7D-148D-C1AA1B640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2328" y="1189038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1104" name="Group 1103">
            <a:extLst>
              <a:ext uri="{FF2B5EF4-FFF2-40B4-BE49-F238E27FC236}">
                <a16:creationId xmlns:a16="http://schemas.microsoft.com/office/drawing/2014/main" id="{48F3628A-1932-8CD2-41A8-AA937422761D}"/>
              </a:ext>
            </a:extLst>
          </p:cNvPr>
          <p:cNvGrpSpPr/>
          <p:nvPr/>
        </p:nvGrpSpPr>
        <p:grpSpPr>
          <a:xfrm>
            <a:off x="-8453" y="2367224"/>
            <a:ext cx="2187206" cy="2789633"/>
            <a:chOff x="3700202" y="2700338"/>
            <a:chExt cx="1654175" cy="2109788"/>
          </a:xfrm>
        </p:grpSpPr>
        <p:sp>
          <p:nvSpPr>
            <p:cNvPr id="1105" name="Freeform 880">
              <a:extLst>
                <a:ext uri="{FF2B5EF4-FFF2-40B4-BE49-F238E27FC236}">
                  <a16:creationId xmlns:a16="http://schemas.microsoft.com/office/drawing/2014/main" id="{83C8D197-6F8A-BFB4-B846-A24324521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202" y="2700338"/>
              <a:ext cx="1654175" cy="2109788"/>
            </a:xfrm>
            <a:custGeom>
              <a:avLst/>
              <a:gdLst>
                <a:gd name="T0" fmla="*/ 50004 w 50004"/>
                <a:gd name="T1" fmla="*/ 50004 h 63780"/>
                <a:gd name="T2" fmla="*/ 0 w 50004"/>
                <a:gd name="T3" fmla="*/ 0 h 63780"/>
                <a:gd name="T4" fmla="*/ 79 w 50004"/>
                <a:gd name="T5" fmla="*/ 29993 h 63780"/>
                <a:gd name="T6" fmla="*/ 33867 w 50004"/>
                <a:gd name="T7" fmla="*/ 63780 h 63780"/>
                <a:gd name="T8" fmla="*/ 50001 w 50004"/>
                <a:gd name="T9" fmla="*/ 63703 h 63780"/>
                <a:gd name="T10" fmla="*/ 50004 w 50004"/>
                <a:gd name="T11" fmla="*/ 50004 h 63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004" h="6378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6" name="Freeform 882">
              <a:extLst>
                <a:ext uri="{FF2B5EF4-FFF2-40B4-BE49-F238E27FC236}">
                  <a16:creationId xmlns:a16="http://schemas.microsoft.com/office/drawing/2014/main" id="{7654E3D4-8C7B-454E-BCF2-62C730017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377" y="3690938"/>
              <a:ext cx="1117600" cy="1117600"/>
            </a:xfrm>
            <a:custGeom>
              <a:avLst/>
              <a:gdLst>
                <a:gd name="T0" fmla="*/ 0 w 33788"/>
                <a:gd name="T1" fmla="*/ 0 h 33787"/>
                <a:gd name="T2" fmla="*/ 33788 w 33788"/>
                <a:gd name="T3" fmla="*/ 33787 h 33787"/>
                <a:gd name="T4" fmla="*/ 36 w 33788"/>
                <a:gd name="T5" fmla="*/ 33751 h 33787"/>
                <a:gd name="T6" fmla="*/ 0 w 33788"/>
                <a:gd name="T7" fmla="*/ 0 h 33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788" h="33787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7" name="Freeform 883">
              <a:extLst>
                <a:ext uri="{FF2B5EF4-FFF2-40B4-BE49-F238E27FC236}">
                  <a16:creationId xmlns:a16="http://schemas.microsoft.com/office/drawing/2014/main" id="{E2FF5AA3-8928-B33F-5A65-563EE862F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390" y="3656013"/>
              <a:ext cx="935038" cy="652463"/>
            </a:xfrm>
            <a:custGeom>
              <a:avLst/>
              <a:gdLst>
                <a:gd name="T0" fmla="*/ 0 w 28281"/>
                <a:gd name="T1" fmla="*/ 5276 h 19728"/>
                <a:gd name="T2" fmla="*/ 0 w 28281"/>
                <a:gd name="T3" fmla="*/ 5276 h 19728"/>
                <a:gd name="T4" fmla="*/ 19104 w 28281"/>
                <a:gd name="T5" fmla="*/ 5276 h 19728"/>
                <a:gd name="T6" fmla="*/ 28281 w 28281"/>
                <a:gd name="T7" fmla="*/ 14453 h 19728"/>
                <a:gd name="T8" fmla="*/ 28281 w 28281"/>
                <a:gd name="T9" fmla="*/ 14453 h 19728"/>
                <a:gd name="T10" fmla="*/ 9177 w 28281"/>
                <a:gd name="T11" fmla="*/ 14453 h 19728"/>
                <a:gd name="T12" fmla="*/ 0 w 28281"/>
                <a:gd name="T13" fmla="*/ 5276 h 19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8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8" name="Freeform 884">
              <a:extLst>
                <a:ext uri="{FF2B5EF4-FFF2-40B4-BE49-F238E27FC236}">
                  <a16:creationId xmlns:a16="http://schemas.microsoft.com/office/drawing/2014/main" id="{42E7241B-479A-1707-37F5-B7FDCDA8F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240" y="3967163"/>
              <a:ext cx="935038" cy="652463"/>
            </a:xfrm>
            <a:custGeom>
              <a:avLst/>
              <a:gdLst>
                <a:gd name="T0" fmla="*/ 0 w 28281"/>
                <a:gd name="T1" fmla="*/ 5275 h 19727"/>
                <a:gd name="T2" fmla="*/ 0 w 28281"/>
                <a:gd name="T3" fmla="*/ 5275 h 19727"/>
                <a:gd name="T4" fmla="*/ 19104 w 28281"/>
                <a:gd name="T5" fmla="*/ 5275 h 19727"/>
                <a:gd name="T6" fmla="*/ 28281 w 28281"/>
                <a:gd name="T7" fmla="*/ 14452 h 19727"/>
                <a:gd name="T8" fmla="*/ 28281 w 28281"/>
                <a:gd name="T9" fmla="*/ 14452 h 19727"/>
                <a:gd name="T10" fmla="*/ 9177 w 28281"/>
                <a:gd name="T11" fmla="*/ 14452 h 19727"/>
                <a:gd name="T12" fmla="*/ 0 w 28281"/>
                <a:gd name="T13" fmla="*/ 5275 h 19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7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9" name="Freeform 885">
              <a:extLst>
                <a:ext uri="{FF2B5EF4-FFF2-40B4-BE49-F238E27FC236}">
                  <a16:creationId xmlns:a16="http://schemas.microsoft.com/office/drawing/2014/main" id="{652B6DFE-B80D-D129-160F-832D7BCF5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827" y="3976688"/>
              <a:ext cx="401638" cy="401638"/>
            </a:xfrm>
            <a:custGeom>
              <a:avLst/>
              <a:gdLst>
                <a:gd name="T0" fmla="*/ 2647 w 12133"/>
                <a:gd name="T1" fmla="*/ 9486 h 12133"/>
                <a:gd name="T2" fmla="*/ 12133 w 12133"/>
                <a:gd name="T3" fmla="*/ 9597 h 12133"/>
                <a:gd name="T4" fmla="*/ 2536 w 12133"/>
                <a:gd name="T5" fmla="*/ 0 h 12133"/>
                <a:gd name="T6" fmla="*/ 2647 w 12133"/>
                <a:gd name="T7" fmla="*/ 9486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10" name="Freeform 886">
              <a:extLst>
                <a:ext uri="{FF2B5EF4-FFF2-40B4-BE49-F238E27FC236}">
                  <a16:creationId xmlns:a16="http://schemas.microsoft.com/office/drawing/2014/main" id="{B81953E3-F2A9-0682-3835-AEA4BEDB0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377" y="3895725"/>
              <a:ext cx="401638" cy="401638"/>
            </a:xfrm>
            <a:custGeom>
              <a:avLst/>
              <a:gdLst>
                <a:gd name="T0" fmla="*/ 9486 w 12133"/>
                <a:gd name="T1" fmla="*/ 2647 h 12133"/>
                <a:gd name="T2" fmla="*/ 0 w 12133"/>
                <a:gd name="T3" fmla="*/ 2536 h 12133"/>
                <a:gd name="T4" fmla="*/ 9597 w 12133"/>
                <a:gd name="T5" fmla="*/ 12133 h 12133"/>
                <a:gd name="T6" fmla="*/ 9486 w 12133"/>
                <a:gd name="T7" fmla="*/ 2647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11" name="Freeform 352">
            <a:extLst>
              <a:ext uri="{FF2B5EF4-FFF2-40B4-BE49-F238E27FC236}">
                <a16:creationId xmlns:a16="http://schemas.microsoft.com/office/drawing/2014/main" id="{1EFABB10-3E36-83E6-3A9F-01303CE4C707}"/>
              </a:ext>
            </a:extLst>
          </p:cNvPr>
          <p:cNvSpPr>
            <a:spLocks/>
          </p:cNvSpPr>
          <p:nvPr/>
        </p:nvSpPr>
        <p:spPr bwMode="auto">
          <a:xfrm>
            <a:off x="7505439" y="-2014745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5" name="Google Shape;108;p4">
            <a:extLst>
              <a:ext uri="{FF2B5EF4-FFF2-40B4-BE49-F238E27FC236}">
                <a16:creationId xmlns:a16="http://schemas.microsoft.com/office/drawing/2014/main" id="{80ABC517-8F07-A2CE-80D5-63219F4C2C55}"/>
              </a:ext>
            </a:extLst>
          </p:cNvPr>
          <p:cNvSpPr txBox="1">
            <a:spLocks/>
          </p:cNvSpPr>
          <p:nvPr/>
        </p:nvSpPr>
        <p:spPr>
          <a:xfrm>
            <a:off x="-775607" y="2168798"/>
            <a:ext cx="8485414" cy="798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6600" b="1" i="0" u="none" strike="noStrike" cap="none">
                <a:solidFill>
                  <a:schemeClr val="tx1"/>
                </a:solidFill>
                <a:latin typeface="Poppins ExtraBold" panose="00000900000000000000" pitchFamily="2" charset="0"/>
                <a:ea typeface="Bebas Neue"/>
                <a:cs typeface="Poppins ExtraBold" panose="00000900000000000000" pitchFamily="2" charset="0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Thank You</a:t>
            </a:r>
          </a:p>
        </p:txBody>
      </p:sp>
      <p:pic>
        <p:nvPicPr>
          <p:cNvPr id="6" name="Graphic 5" descr="Rose outline">
            <a:extLst>
              <a:ext uri="{FF2B5EF4-FFF2-40B4-BE49-F238E27FC236}">
                <a16:creationId xmlns:a16="http://schemas.microsoft.com/office/drawing/2014/main" id="{9B704995-1784-3218-2102-45B6440D5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8621" y="198183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5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Elegant Workplan by Slidesgo">
  <a:themeElements>
    <a:clrScheme name="Elegant Workplan by Slidesgo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2704</TotalTime>
  <Words>921</Words>
  <Application>Microsoft Office PowerPoint</Application>
  <PresentationFormat>On-screen Show (16:9)</PresentationFormat>
  <Paragraphs>128</Paragraphs>
  <Slides>59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2" baseType="lpstr">
      <vt:lpstr>Times New Roman</vt:lpstr>
      <vt:lpstr>Gabriola</vt:lpstr>
      <vt:lpstr>Bebas Neue</vt:lpstr>
      <vt:lpstr>Anaheim</vt:lpstr>
      <vt:lpstr>Wingdings</vt:lpstr>
      <vt:lpstr>Andalus</vt:lpstr>
      <vt:lpstr>Comic Sans MS</vt:lpstr>
      <vt:lpstr>Poppins ExtraBold</vt:lpstr>
      <vt:lpstr>Calibri</vt:lpstr>
      <vt:lpstr>Arimo</vt:lpstr>
      <vt:lpstr>Google Sans Text</vt:lpstr>
      <vt:lpstr>Arial</vt:lpstr>
      <vt:lpstr>Elegant Workplan by Slidesgo</vt:lpstr>
      <vt:lpstr>EduHub</vt:lpstr>
      <vt:lpstr>PowerPoint Presentation</vt:lpstr>
      <vt:lpstr>OUTLINE :</vt:lpstr>
      <vt:lpstr>PowerPoint Presentation</vt:lpstr>
      <vt:lpstr>PowerPoint Presentation</vt:lpstr>
      <vt:lpstr>Problem Statement</vt:lpstr>
      <vt:lpstr>PowerPoint Presentation</vt:lpstr>
      <vt:lpstr>Pain Point</vt:lpstr>
      <vt:lpstr>PowerPoint Presentation</vt:lpstr>
      <vt:lpstr>5Ws and H</vt:lpstr>
      <vt:lpstr>PowerPoint Presentation</vt:lpstr>
      <vt:lpstr>Goal Statement</vt:lpstr>
      <vt:lpstr>PowerPoint Presentation</vt:lpstr>
      <vt:lpstr>Similar Works:</vt:lpstr>
      <vt:lpstr>PowerPoint Presentation</vt:lpstr>
      <vt:lpstr>PowerPoint Presentation</vt:lpstr>
      <vt:lpstr>PowerPoint Presentation</vt:lpstr>
      <vt:lpstr>UX Research &amp; Design</vt:lpstr>
      <vt:lpstr>PowerPoint Presentation</vt:lpstr>
      <vt:lpstr>Survey Insights</vt:lpstr>
      <vt:lpstr>PowerPoint Presentation</vt:lpstr>
      <vt:lpstr>PowerPoint Presentation</vt:lpstr>
      <vt:lpstr>PowerPoint Presentation</vt:lpstr>
      <vt:lpstr>PowerPoint Presentation</vt:lpstr>
      <vt:lpstr> Empathy map </vt:lpstr>
      <vt:lpstr>PowerPoint Presentation</vt:lpstr>
      <vt:lpstr>Persona</vt:lpstr>
      <vt:lpstr>PowerPoint Presentation</vt:lpstr>
      <vt:lpstr> Design Identity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User Interface</vt:lpstr>
      <vt:lpstr>PowerPoint Presentation</vt:lpstr>
      <vt:lpstr>PowerPoint Presentation</vt:lpstr>
      <vt:lpstr>PowerPoint Presentation</vt:lpstr>
      <vt:lpstr>PowerPoint Presentation</vt:lpstr>
      <vt:lpstr>Code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Demo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WORLD!</dc:title>
  <dc:creator>Ruben Martin Sanchez</dc:creator>
  <cp:lastModifiedBy>Shimaa Samer Ahmed Abduldayem</cp:lastModifiedBy>
  <cp:revision>61</cp:revision>
  <dcterms:created xsi:type="dcterms:W3CDTF">2021-10-12T08:06:43Z</dcterms:created>
  <dcterms:modified xsi:type="dcterms:W3CDTF">2026-04-18T13:19:39Z</dcterms:modified>
</cp:coreProperties>
</file>